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3"/>
  </p:notesMasterIdLst>
  <p:sldIdLst>
    <p:sldId id="256" r:id="rId5"/>
    <p:sldId id="258" r:id="rId6"/>
    <p:sldId id="260" r:id="rId7"/>
    <p:sldId id="261" r:id="rId8"/>
    <p:sldId id="262" r:id="rId9"/>
    <p:sldId id="263" r:id="rId10"/>
    <p:sldId id="257" r:id="rId11"/>
    <p:sldId id="25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4A1F87-B5DF-7579-707D-CA9B012A0EEC}" v="441" dt="2024-02-06T10:51:59.593"/>
    <p1510:client id="{8076534B-D49F-11FB-FD73-EE220E9BDAFF}" v="242" dt="2024-02-06T12:13:42.97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cSldViewPr>
  </p:slide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nneth Andreas Hansen" userId="S::209660@usn.no::07727d57-79e1-4ced-8ce8-0d9991706306" providerId="AD" clId="Web-{504A1F87-B5DF-7579-707D-CA9B012A0EEC}"/>
    <pc:docChg chg="modSld">
      <pc:chgData name="Kenneth Andreas Hansen" userId="S::209660@usn.no::07727d57-79e1-4ced-8ce8-0d9991706306" providerId="AD" clId="Web-{504A1F87-B5DF-7579-707D-CA9B012A0EEC}" dt="2024-02-06T10:51:59.593" v="871"/>
      <pc:docMkLst>
        <pc:docMk/>
      </pc:docMkLst>
      <pc:sldChg chg="modSp">
        <pc:chgData name="Kenneth Andreas Hansen" userId="S::209660@usn.no::07727d57-79e1-4ced-8ce8-0d9991706306" providerId="AD" clId="Web-{504A1F87-B5DF-7579-707D-CA9B012A0EEC}" dt="2024-02-06T10:51:59.593" v="871"/>
        <pc:sldMkLst>
          <pc:docMk/>
          <pc:sldMk cId="269098912" sldId="257"/>
        </pc:sldMkLst>
        <pc:graphicFrameChg chg="mod modGraphic">
          <ac:chgData name="Kenneth Andreas Hansen" userId="S::209660@usn.no::07727d57-79e1-4ced-8ce8-0d9991706306" providerId="AD" clId="Web-{504A1F87-B5DF-7579-707D-CA9B012A0EEC}" dt="2024-02-06T10:51:59.593" v="871"/>
          <ac:graphicFrameMkLst>
            <pc:docMk/>
            <pc:sldMk cId="269098912" sldId="257"/>
            <ac:graphicFrameMk id="11" creationId="{F0ED31A8-4B69-CA9F-B7A8-621B41F85971}"/>
          </ac:graphicFrameMkLst>
        </pc:graphicFrameChg>
      </pc:sldChg>
      <pc:sldChg chg="modNotes">
        <pc:chgData name="Kenneth Andreas Hansen" userId="S::209660@usn.no::07727d57-79e1-4ced-8ce8-0d9991706306" providerId="AD" clId="Web-{504A1F87-B5DF-7579-707D-CA9B012A0EEC}" dt="2024-02-06T10:38:46.153" v="286"/>
        <pc:sldMkLst>
          <pc:docMk/>
          <pc:sldMk cId="3522464002" sldId="258"/>
        </pc:sldMkLst>
      </pc:sldChg>
      <pc:sldChg chg="modSp modNotes">
        <pc:chgData name="Kenneth Andreas Hansen" userId="S::209660@usn.no::07727d57-79e1-4ced-8ce8-0d9991706306" providerId="AD" clId="Web-{504A1F87-B5DF-7579-707D-CA9B012A0EEC}" dt="2024-02-06T10:47:18.814" v="682"/>
        <pc:sldMkLst>
          <pc:docMk/>
          <pc:sldMk cId="3874933173" sldId="260"/>
        </pc:sldMkLst>
        <pc:graphicFrameChg chg="mod modGraphic">
          <ac:chgData name="Kenneth Andreas Hansen" userId="S::209660@usn.no::07727d57-79e1-4ced-8ce8-0d9991706306" providerId="AD" clId="Web-{504A1F87-B5DF-7579-707D-CA9B012A0EEC}" dt="2024-02-06T10:47:18.814" v="682"/>
          <ac:graphicFrameMkLst>
            <pc:docMk/>
            <pc:sldMk cId="3874933173" sldId="260"/>
            <ac:graphicFrameMk id="6" creationId="{E9D781A6-E9D2-522B-AD08-BA20367AAA94}"/>
          </ac:graphicFrameMkLst>
        </pc:graphicFrameChg>
      </pc:sldChg>
      <pc:sldChg chg="modSp modNotes">
        <pc:chgData name="Kenneth Andreas Hansen" userId="S::209660@usn.no::07727d57-79e1-4ced-8ce8-0d9991706306" providerId="AD" clId="Web-{504A1F87-B5DF-7579-707D-CA9B012A0EEC}" dt="2024-02-06T10:48:55.596" v="728"/>
        <pc:sldMkLst>
          <pc:docMk/>
          <pc:sldMk cId="2114399203" sldId="261"/>
        </pc:sldMkLst>
        <pc:graphicFrameChg chg="mod modGraphic">
          <ac:chgData name="Kenneth Andreas Hansen" userId="S::209660@usn.no::07727d57-79e1-4ced-8ce8-0d9991706306" providerId="AD" clId="Web-{504A1F87-B5DF-7579-707D-CA9B012A0EEC}" dt="2024-02-06T10:47:52.689" v="698"/>
          <ac:graphicFrameMkLst>
            <pc:docMk/>
            <pc:sldMk cId="2114399203" sldId="261"/>
            <ac:graphicFrameMk id="6" creationId="{0DECB50D-326B-6BD3-2688-6C57487F6B5F}"/>
          </ac:graphicFrameMkLst>
        </pc:graphicFrameChg>
      </pc:sldChg>
      <pc:sldChg chg="modNotes">
        <pc:chgData name="Kenneth Andreas Hansen" userId="S::209660@usn.no::07727d57-79e1-4ced-8ce8-0d9991706306" providerId="AD" clId="Web-{504A1F87-B5DF-7579-707D-CA9B012A0EEC}" dt="2024-02-06T10:49:26.878" v="803"/>
        <pc:sldMkLst>
          <pc:docMk/>
          <pc:sldMk cId="2767410078" sldId="262"/>
        </pc:sldMkLst>
      </pc:sldChg>
    </pc:docChg>
  </pc:docChgLst>
  <pc:docChgLst>
    <pc:chgData name="Kristian Martin Tvenning" userId="a20393f1-899f-42df-9980-2660c2713525" providerId="ADAL" clId="{0DC169D3-D48D-421F-93AE-568551ACAEE2}"/>
    <pc:docChg chg="undo custSel addSld delSld modSld sldOrd modMainMaster">
      <pc:chgData name="Kristian Martin Tvenning" userId="a20393f1-899f-42df-9980-2660c2713525" providerId="ADAL" clId="{0DC169D3-D48D-421F-93AE-568551ACAEE2}" dt="2024-02-06T10:01:38.257" v="961" actId="20577"/>
      <pc:docMkLst>
        <pc:docMk/>
      </pc:docMkLst>
      <pc:sldChg chg="modSp mod modTransition setBg">
        <pc:chgData name="Kristian Martin Tvenning" userId="a20393f1-899f-42df-9980-2660c2713525" providerId="ADAL" clId="{0DC169D3-D48D-421F-93AE-568551ACAEE2}" dt="2024-02-01T19:28:15.345" v="561" actId="255"/>
        <pc:sldMkLst>
          <pc:docMk/>
          <pc:sldMk cId="4253124984" sldId="256"/>
        </pc:sldMkLst>
        <pc:spChg chg="mod">
          <ac:chgData name="Kristian Martin Tvenning" userId="a20393f1-899f-42df-9980-2660c2713525" providerId="ADAL" clId="{0DC169D3-D48D-421F-93AE-568551ACAEE2}" dt="2024-02-01T19:28:15.345" v="561" actId="255"/>
          <ac:spMkLst>
            <pc:docMk/>
            <pc:sldMk cId="4253124984" sldId="256"/>
            <ac:spMk id="2" creationId="{00000000-0000-0000-0000-000000000000}"/>
          </ac:spMkLst>
        </pc:spChg>
      </pc:sldChg>
      <pc:sldChg chg="modSp mod ord modTransition setBg">
        <pc:chgData name="Kristian Martin Tvenning" userId="a20393f1-899f-42df-9980-2660c2713525" providerId="ADAL" clId="{0DC169D3-D48D-421F-93AE-568551ACAEE2}" dt="2024-02-01T19:21:41.721" v="322"/>
        <pc:sldMkLst>
          <pc:docMk/>
          <pc:sldMk cId="269098912" sldId="257"/>
        </pc:sldMkLst>
        <pc:graphicFrameChg chg="mod modGraphic">
          <ac:chgData name="Kristian Martin Tvenning" userId="a20393f1-899f-42df-9980-2660c2713525" providerId="ADAL" clId="{0DC169D3-D48D-421F-93AE-568551ACAEE2}" dt="2024-02-01T19:14:24.524" v="279" actId="20577"/>
          <ac:graphicFrameMkLst>
            <pc:docMk/>
            <pc:sldMk cId="269098912" sldId="257"/>
            <ac:graphicFrameMk id="11" creationId="{F0ED31A8-4B69-CA9F-B7A8-621B41F85971}"/>
          </ac:graphicFrameMkLst>
        </pc:graphicFrameChg>
      </pc:sldChg>
      <pc:sldChg chg="addSp delSp modSp mod modTransition setBg modNotesTx">
        <pc:chgData name="Kristian Martin Tvenning" userId="a20393f1-899f-42df-9980-2660c2713525" providerId="ADAL" clId="{0DC169D3-D48D-421F-93AE-568551ACAEE2}" dt="2024-02-01T19:29:51.048" v="567" actId="14100"/>
        <pc:sldMkLst>
          <pc:docMk/>
          <pc:sldMk cId="3522464002" sldId="258"/>
        </pc:sldMkLst>
        <pc:spChg chg="add del mod">
          <ac:chgData name="Kristian Martin Tvenning" userId="a20393f1-899f-42df-9980-2660c2713525" providerId="ADAL" clId="{0DC169D3-D48D-421F-93AE-568551ACAEE2}" dt="2024-02-01T13:25:25.418" v="127"/>
          <ac:spMkLst>
            <pc:docMk/>
            <pc:sldMk cId="3522464002" sldId="258"/>
            <ac:spMk id="4" creationId="{70091B05-E26E-8BE0-4522-BCC3E4B13265}"/>
          </ac:spMkLst>
        </pc:spChg>
        <pc:spChg chg="add del mod">
          <ac:chgData name="Kristian Martin Tvenning" userId="a20393f1-899f-42df-9980-2660c2713525" providerId="ADAL" clId="{0DC169D3-D48D-421F-93AE-568551ACAEE2}" dt="2024-02-01T13:05:26.950" v="23"/>
          <ac:spMkLst>
            <pc:docMk/>
            <pc:sldMk cId="3522464002" sldId="258"/>
            <ac:spMk id="4" creationId="{706008FE-51B2-5410-28FB-38EBDB1AEF43}"/>
          </ac:spMkLst>
        </pc:spChg>
        <pc:spChg chg="add del mod">
          <ac:chgData name="Kristian Martin Tvenning" userId="a20393f1-899f-42df-9980-2660c2713525" providerId="ADAL" clId="{0DC169D3-D48D-421F-93AE-568551ACAEE2}" dt="2024-02-01T19:29:41.375" v="565"/>
          <ac:spMkLst>
            <pc:docMk/>
            <pc:sldMk cId="3522464002" sldId="258"/>
            <ac:spMk id="11" creationId="{1BAD8F88-7C8F-42E5-9170-DC9F67930005}"/>
          </ac:spMkLst>
        </pc:spChg>
        <pc:grpChg chg="del mod">
          <ac:chgData name="Kristian Martin Tvenning" userId="a20393f1-899f-42df-9980-2660c2713525" providerId="ADAL" clId="{0DC169D3-D48D-421F-93AE-568551ACAEE2}" dt="2024-02-01T18:59:01.802" v="177"/>
          <ac:grpSpMkLst>
            <pc:docMk/>
            <pc:sldMk cId="3522464002" sldId="258"/>
            <ac:grpSpMk id="7" creationId="{CC038BA8-D2BE-17E4-C6B2-658E07CA2A90}"/>
          </ac:grpSpMkLst>
        </pc:grpChg>
        <pc:grpChg chg="del mod">
          <ac:chgData name="Kristian Martin Tvenning" userId="a20393f1-899f-42df-9980-2660c2713525" providerId="ADAL" clId="{0DC169D3-D48D-421F-93AE-568551ACAEE2}" dt="2024-02-01T18:59:36.569" v="180"/>
          <ac:grpSpMkLst>
            <pc:docMk/>
            <pc:sldMk cId="3522464002" sldId="258"/>
            <ac:grpSpMk id="9" creationId="{CEA3D9B2-A2E2-560F-88C7-0EE1C9BE28EC}"/>
          </ac:grpSpMkLst>
        </pc:grpChg>
        <pc:graphicFrameChg chg="del mod modGraphic">
          <ac:chgData name="Kristian Martin Tvenning" userId="a20393f1-899f-42df-9980-2660c2713525" providerId="ADAL" clId="{0DC169D3-D48D-421F-93AE-568551ACAEE2}" dt="2024-02-01T13:05:09.841" v="22" actId="478"/>
          <ac:graphicFrameMkLst>
            <pc:docMk/>
            <pc:sldMk cId="3522464002" sldId="258"/>
            <ac:graphicFrameMk id="5" creationId="{059E4CE4-2475-E88C-C84F-930897613850}"/>
          </ac:graphicFrameMkLst>
        </pc:graphicFrameChg>
        <pc:graphicFrameChg chg="add del mod">
          <ac:chgData name="Kristian Martin Tvenning" userId="a20393f1-899f-42df-9980-2660c2713525" providerId="ADAL" clId="{0DC169D3-D48D-421F-93AE-568551ACAEE2}" dt="2024-02-01T19:07:41.223" v="238" actId="478"/>
          <ac:graphicFrameMkLst>
            <pc:docMk/>
            <pc:sldMk cId="3522464002" sldId="258"/>
            <ac:graphicFrameMk id="5" creationId="{9E5D4119-70BD-FD3E-E826-77495D42DC98}"/>
          </ac:graphicFrameMkLst>
        </pc:graphicFrameChg>
        <pc:graphicFrameChg chg="add del mod modGraphic">
          <ac:chgData name="Kristian Martin Tvenning" userId="a20393f1-899f-42df-9980-2660c2713525" providerId="ADAL" clId="{0DC169D3-D48D-421F-93AE-568551ACAEE2}" dt="2024-02-01T13:25:12.120" v="126" actId="478"/>
          <ac:graphicFrameMkLst>
            <pc:docMk/>
            <pc:sldMk cId="3522464002" sldId="258"/>
            <ac:graphicFrameMk id="6" creationId="{421B82CC-AC92-53CC-7412-67956CBA1FE7}"/>
          </ac:graphicFrameMkLst>
        </pc:graphicFrameChg>
        <pc:graphicFrameChg chg="add mod">
          <ac:chgData name="Kristian Martin Tvenning" userId="a20393f1-899f-42df-9980-2660c2713525" providerId="ADAL" clId="{0DC169D3-D48D-421F-93AE-568551ACAEE2}" dt="2024-02-01T19:07:48.861" v="240"/>
          <ac:graphicFrameMkLst>
            <pc:docMk/>
            <pc:sldMk cId="3522464002" sldId="258"/>
            <ac:graphicFrameMk id="12" creationId="{F53846DD-BC71-7EFD-60EF-C5B2A6B18439}"/>
          </ac:graphicFrameMkLst>
        </pc:graphicFrameChg>
        <pc:graphicFrameChg chg="add del mod">
          <ac:chgData name="Kristian Martin Tvenning" userId="a20393f1-899f-42df-9980-2660c2713525" providerId="ADAL" clId="{0DC169D3-D48D-421F-93AE-568551ACAEE2}" dt="2024-02-01T19:29:30.379" v="562" actId="478"/>
          <ac:graphicFrameMkLst>
            <pc:docMk/>
            <pc:sldMk cId="3522464002" sldId="258"/>
            <ac:graphicFrameMk id="14" creationId="{38215C85-9218-AA2D-3E7A-193C77649FD8}"/>
          </ac:graphicFrameMkLst>
        </pc:graphicFrameChg>
        <pc:graphicFrameChg chg="add mod">
          <ac:chgData name="Kristian Martin Tvenning" userId="a20393f1-899f-42df-9980-2660c2713525" providerId="ADAL" clId="{0DC169D3-D48D-421F-93AE-568551ACAEE2}" dt="2024-02-01T19:29:36.590" v="564"/>
          <ac:graphicFrameMkLst>
            <pc:docMk/>
            <pc:sldMk cId="3522464002" sldId="258"/>
            <ac:graphicFrameMk id="15" creationId="{ECDF6098-8EDD-7A32-31B1-2EFB966BEC58}"/>
          </ac:graphicFrameMkLst>
        </pc:graphicFrameChg>
        <pc:graphicFrameChg chg="add mod modGraphic">
          <ac:chgData name="Kristian Martin Tvenning" userId="a20393f1-899f-42df-9980-2660c2713525" providerId="ADAL" clId="{0DC169D3-D48D-421F-93AE-568551ACAEE2}" dt="2024-02-01T19:29:51.048" v="567" actId="14100"/>
          <ac:graphicFrameMkLst>
            <pc:docMk/>
            <pc:sldMk cId="3522464002" sldId="258"/>
            <ac:graphicFrameMk id="16" creationId="{6589A5F5-190C-6D33-F7E5-22786AB0FAD3}"/>
          </ac:graphicFrameMkLst>
        </pc:graphicFrameChg>
        <pc:picChg chg="add del">
          <ac:chgData name="Kristian Martin Tvenning" userId="a20393f1-899f-42df-9980-2660c2713525" providerId="ADAL" clId="{0DC169D3-D48D-421F-93AE-568551ACAEE2}" dt="2024-02-01T19:08:35.557" v="242" actId="478"/>
          <ac:picMkLst>
            <pc:docMk/>
            <pc:sldMk cId="3522464002" sldId="258"/>
            <ac:picMk id="13" creationId="{E4F1A55B-5142-ED49-31D8-D9B749A32572}"/>
          </ac:picMkLst>
        </pc:picChg>
        <pc:inkChg chg="add del mod">
          <ac:chgData name="Kristian Martin Tvenning" userId="a20393f1-899f-42df-9980-2660c2713525" providerId="ADAL" clId="{0DC169D3-D48D-421F-93AE-568551ACAEE2}" dt="2024-02-01T18:59:33.036" v="178"/>
          <ac:inkMkLst>
            <pc:docMk/>
            <pc:sldMk cId="3522464002" sldId="258"/>
            <ac:inkMk id="3" creationId="{9E5DCE2A-87FA-17C6-6D54-9597DC136E24}"/>
          </ac:inkMkLst>
        </pc:inkChg>
        <pc:inkChg chg="add del mod">
          <ac:chgData name="Kristian Martin Tvenning" userId="a20393f1-899f-42df-9980-2660c2713525" providerId="ADAL" clId="{0DC169D3-D48D-421F-93AE-568551ACAEE2}" dt="2024-02-01T18:59:38.316" v="181"/>
          <ac:inkMkLst>
            <pc:docMk/>
            <pc:sldMk cId="3522464002" sldId="258"/>
            <ac:inkMk id="4" creationId="{96771F5D-90D6-8EE0-3C33-69EC9B98961B}"/>
          </ac:inkMkLst>
        </pc:inkChg>
        <pc:inkChg chg="add del mod">
          <ac:chgData name="Kristian Martin Tvenning" userId="a20393f1-899f-42df-9980-2660c2713525" providerId="ADAL" clId="{0DC169D3-D48D-421F-93AE-568551ACAEE2}" dt="2024-02-01T18:59:34.854" v="179"/>
          <ac:inkMkLst>
            <pc:docMk/>
            <pc:sldMk cId="3522464002" sldId="258"/>
            <ac:inkMk id="6" creationId="{7D092E2B-FBE7-7B82-81A6-96EE70090888}"/>
          </ac:inkMkLst>
        </pc:inkChg>
        <pc:inkChg chg="add del mod">
          <ac:chgData name="Kristian Martin Tvenning" userId="a20393f1-899f-42df-9980-2660c2713525" providerId="ADAL" clId="{0DC169D3-D48D-421F-93AE-568551ACAEE2}" dt="2024-02-01T18:59:36.569" v="180"/>
          <ac:inkMkLst>
            <pc:docMk/>
            <pc:sldMk cId="3522464002" sldId="258"/>
            <ac:inkMk id="8" creationId="{E9B5DB94-15EE-4939-60B3-FBC3C27FC4C8}"/>
          </ac:inkMkLst>
        </pc:inkChg>
      </pc:sldChg>
      <pc:sldChg chg="modSp mod ord modTransition setBg">
        <pc:chgData name="Kristian Martin Tvenning" userId="a20393f1-899f-42df-9980-2660c2713525" providerId="ADAL" clId="{0DC169D3-D48D-421F-93AE-568551ACAEE2}" dt="2024-02-01T19:21:41.721" v="322"/>
        <pc:sldMkLst>
          <pc:docMk/>
          <pc:sldMk cId="3497268837" sldId="259"/>
        </pc:sldMkLst>
        <pc:graphicFrameChg chg="mod modGraphic">
          <ac:chgData name="Kristian Martin Tvenning" userId="a20393f1-899f-42df-9980-2660c2713525" providerId="ADAL" clId="{0DC169D3-D48D-421F-93AE-568551ACAEE2}" dt="2024-02-01T19:14:31.549" v="285" actId="20577"/>
          <ac:graphicFrameMkLst>
            <pc:docMk/>
            <pc:sldMk cId="3497268837" sldId="259"/>
            <ac:graphicFrameMk id="9" creationId="{0D76F76F-B8FD-03B4-F056-5C40C79C9FF7}"/>
          </ac:graphicFrameMkLst>
        </pc:graphicFrameChg>
      </pc:sldChg>
      <pc:sldChg chg="addSp delSp modSp mod modTransition setBg modNotesTx">
        <pc:chgData name="Kristian Martin Tvenning" userId="a20393f1-899f-42df-9980-2660c2713525" providerId="ADAL" clId="{0DC169D3-D48D-421F-93AE-568551ACAEE2}" dt="2024-02-01T19:21:41.721" v="322"/>
        <pc:sldMkLst>
          <pc:docMk/>
          <pc:sldMk cId="3874933173" sldId="260"/>
        </pc:sldMkLst>
        <pc:spChg chg="add del mod">
          <ac:chgData name="Kristian Martin Tvenning" userId="a20393f1-899f-42df-9980-2660c2713525" providerId="ADAL" clId="{0DC169D3-D48D-421F-93AE-568551ACAEE2}" dt="2024-02-01T13:24:40.568" v="114"/>
          <ac:spMkLst>
            <pc:docMk/>
            <pc:sldMk cId="3874933173" sldId="260"/>
            <ac:spMk id="4" creationId="{90231136-F91C-3867-0442-46E50F948108}"/>
          </ac:spMkLst>
        </pc:spChg>
        <pc:graphicFrameChg chg="del">
          <ac:chgData name="Kristian Martin Tvenning" userId="a20393f1-899f-42df-9980-2660c2713525" providerId="ADAL" clId="{0DC169D3-D48D-421F-93AE-568551ACAEE2}" dt="2024-02-01T13:24:27.040" v="113" actId="478"/>
          <ac:graphicFrameMkLst>
            <pc:docMk/>
            <pc:sldMk cId="3874933173" sldId="260"/>
            <ac:graphicFrameMk id="5" creationId="{2199AF91-8435-C911-91C5-F0856C095BC7}"/>
          </ac:graphicFrameMkLst>
        </pc:graphicFrameChg>
        <pc:graphicFrameChg chg="add mod modGraphic">
          <ac:chgData name="Kristian Martin Tvenning" userId="a20393f1-899f-42df-9980-2660c2713525" providerId="ADAL" clId="{0DC169D3-D48D-421F-93AE-568551ACAEE2}" dt="2024-02-01T19:09:26.555" v="246" actId="14100"/>
          <ac:graphicFrameMkLst>
            <pc:docMk/>
            <pc:sldMk cId="3874933173" sldId="260"/>
            <ac:graphicFrameMk id="6" creationId="{E9D781A6-E9D2-522B-AD08-BA20367AAA94}"/>
          </ac:graphicFrameMkLst>
        </pc:graphicFrameChg>
      </pc:sldChg>
      <pc:sldChg chg="addSp delSp modSp mod modTransition setBg modNotesTx">
        <pc:chgData name="Kristian Martin Tvenning" userId="a20393f1-899f-42df-9980-2660c2713525" providerId="ADAL" clId="{0DC169D3-D48D-421F-93AE-568551ACAEE2}" dt="2024-02-01T19:21:41.721" v="322"/>
        <pc:sldMkLst>
          <pc:docMk/>
          <pc:sldMk cId="2114399203" sldId="261"/>
        </pc:sldMkLst>
        <pc:spChg chg="add del mod">
          <ac:chgData name="Kristian Martin Tvenning" userId="a20393f1-899f-42df-9980-2660c2713525" providerId="ADAL" clId="{0DC169D3-D48D-421F-93AE-568551ACAEE2}" dt="2024-02-01T13:03:12.590" v="16"/>
          <ac:spMkLst>
            <pc:docMk/>
            <pc:sldMk cId="2114399203" sldId="261"/>
            <ac:spMk id="4" creationId="{780C5E41-F118-E2F2-1935-7AC51D3460CA}"/>
          </ac:spMkLst>
        </pc:spChg>
        <pc:graphicFrameChg chg="del modGraphic">
          <ac:chgData name="Kristian Martin Tvenning" userId="a20393f1-899f-42df-9980-2660c2713525" providerId="ADAL" clId="{0DC169D3-D48D-421F-93AE-568551ACAEE2}" dt="2024-02-01T13:02:52.656" v="15" actId="478"/>
          <ac:graphicFrameMkLst>
            <pc:docMk/>
            <pc:sldMk cId="2114399203" sldId="261"/>
            <ac:graphicFrameMk id="5" creationId="{EA38AF68-9B3E-86D5-826B-A09C2BF49D83}"/>
          </ac:graphicFrameMkLst>
        </pc:graphicFrameChg>
        <pc:graphicFrameChg chg="add mod modGraphic">
          <ac:chgData name="Kristian Martin Tvenning" userId="a20393f1-899f-42df-9980-2660c2713525" providerId="ADAL" clId="{0DC169D3-D48D-421F-93AE-568551ACAEE2}" dt="2024-02-01T19:21:01.637" v="315" actId="20577"/>
          <ac:graphicFrameMkLst>
            <pc:docMk/>
            <pc:sldMk cId="2114399203" sldId="261"/>
            <ac:graphicFrameMk id="6" creationId="{0DECB50D-326B-6BD3-2688-6C57487F6B5F}"/>
          </ac:graphicFrameMkLst>
        </pc:graphicFrameChg>
      </pc:sldChg>
      <pc:sldChg chg="addSp delSp modSp new mod modTransition setBg modNotesTx">
        <pc:chgData name="Kristian Martin Tvenning" userId="a20393f1-899f-42df-9980-2660c2713525" providerId="ADAL" clId="{0DC169D3-D48D-421F-93AE-568551ACAEE2}" dt="2024-02-01T19:21:41.721" v="322"/>
        <pc:sldMkLst>
          <pc:docMk/>
          <pc:sldMk cId="2767410078" sldId="262"/>
        </pc:sldMkLst>
        <pc:spChg chg="del">
          <ac:chgData name="Kristian Martin Tvenning" userId="a20393f1-899f-42df-9980-2660c2713525" providerId="ADAL" clId="{0DC169D3-D48D-421F-93AE-568551ACAEE2}" dt="2024-02-01T13:03:36.865" v="19"/>
          <ac:spMkLst>
            <pc:docMk/>
            <pc:sldMk cId="2767410078" sldId="262"/>
            <ac:spMk id="3" creationId="{315DC8CE-C81C-E929-1908-A2381B6F49C4}"/>
          </ac:spMkLst>
        </pc:spChg>
        <pc:graphicFrameChg chg="add mod">
          <ac:chgData name="Kristian Martin Tvenning" userId="a20393f1-899f-42df-9980-2660c2713525" providerId="ADAL" clId="{0DC169D3-D48D-421F-93AE-568551ACAEE2}" dt="2024-02-01T13:03:40.556" v="20" actId="1076"/>
          <ac:graphicFrameMkLst>
            <pc:docMk/>
            <pc:sldMk cId="2767410078" sldId="262"/>
            <ac:graphicFrameMk id="4" creationId="{2E1B4572-8863-7678-4A9F-55C8987FA4E4}"/>
          </ac:graphicFrameMkLst>
        </pc:graphicFrameChg>
      </pc:sldChg>
      <pc:sldChg chg="addSp delSp modSp new mod modTransition setBg modNotesTx">
        <pc:chgData name="Kristian Martin Tvenning" userId="a20393f1-899f-42df-9980-2660c2713525" providerId="ADAL" clId="{0DC169D3-D48D-421F-93AE-568551ACAEE2}" dt="2024-02-06T10:01:38.257" v="961" actId="20577"/>
        <pc:sldMkLst>
          <pc:docMk/>
          <pc:sldMk cId="1633142185" sldId="263"/>
        </pc:sldMkLst>
        <pc:spChg chg="del">
          <ac:chgData name="Kristian Martin Tvenning" userId="a20393f1-899f-42df-9980-2660c2713525" providerId="ADAL" clId="{0DC169D3-D48D-421F-93AE-568551ACAEE2}" dt="2024-02-01T13:08:07.843" v="28"/>
          <ac:spMkLst>
            <pc:docMk/>
            <pc:sldMk cId="1633142185" sldId="263"/>
            <ac:spMk id="3" creationId="{0E1EB053-01AF-D238-CACF-4843D71895C0}"/>
          </ac:spMkLst>
        </pc:spChg>
        <pc:spChg chg="add del mod">
          <ac:chgData name="Kristian Martin Tvenning" userId="a20393f1-899f-42df-9980-2660c2713525" providerId="ADAL" clId="{0DC169D3-D48D-421F-93AE-568551ACAEE2}" dt="2024-02-01T19:10:25.430" v="250" actId="478"/>
          <ac:spMkLst>
            <pc:docMk/>
            <pc:sldMk cId="1633142185" sldId="263"/>
            <ac:spMk id="5" creationId="{07F30D30-D525-ABE5-257C-EE78710F65AB}"/>
          </ac:spMkLst>
        </pc:spChg>
        <pc:spChg chg="add del mod">
          <ac:chgData name="Kristian Martin Tvenning" userId="a20393f1-899f-42df-9980-2660c2713525" providerId="ADAL" clId="{0DC169D3-D48D-421F-93AE-568551ACAEE2}" dt="2024-02-01T19:18:55.307" v="289"/>
          <ac:spMkLst>
            <pc:docMk/>
            <pc:sldMk cId="1633142185" sldId="263"/>
            <ac:spMk id="7" creationId="{72DBC665-8253-8B81-1FA8-D6D4FC3E28BA}"/>
          </ac:spMkLst>
        </pc:spChg>
        <pc:spChg chg="add del mod">
          <ac:chgData name="Kristian Martin Tvenning" userId="a20393f1-899f-42df-9980-2660c2713525" providerId="ADAL" clId="{0DC169D3-D48D-421F-93AE-568551ACAEE2}" dt="2024-02-01T19:19:11.859" v="291"/>
          <ac:spMkLst>
            <pc:docMk/>
            <pc:sldMk cId="1633142185" sldId="263"/>
            <ac:spMk id="11" creationId="{9582366E-64EA-96AC-CC4F-A91A5784B023}"/>
          </ac:spMkLst>
        </pc:spChg>
        <pc:graphicFrameChg chg="add del mod modGraphic">
          <ac:chgData name="Kristian Martin Tvenning" userId="a20393f1-899f-42df-9980-2660c2713525" providerId="ADAL" clId="{0DC169D3-D48D-421F-93AE-568551ACAEE2}" dt="2024-02-01T19:10:34.036" v="253" actId="478"/>
          <ac:graphicFrameMkLst>
            <pc:docMk/>
            <pc:sldMk cId="1633142185" sldId="263"/>
            <ac:graphicFrameMk id="4" creationId="{77962D60-057D-2C2F-4410-A5941B02D1C5}"/>
          </ac:graphicFrameMkLst>
        </pc:graphicFrameChg>
        <pc:graphicFrameChg chg="add del mod">
          <ac:chgData name="Kristian Martin Tvenning" userId="a20393f1-899f-42df-9980-2660c2713525" providerId="ADAL" clId="{0DC169D3-D48D-421F-93AE-568551ACAEE2}" dt="2024-02-01T19:18:52.515" v="288" actId="478"/>
          <ac:graphicFrameMkLst>
            <pc:docMk/>
            <pc:sldMk cId="1633142185" sldId="263"/>
            <ac:graphicFrameMk id="8" creationId="{EC905493-EEA8-EF5F-E102-B63C3CD60A21}"/>
          </ac:graphicFrameMkLst>
        </pc:graphicFrameChg>
        <pc:graphicFrameChg chg="add del mod">
          <ac:chgData name="Kristian Martin Tvenning" userId="a20393f1-899f-42df-9980-2660c2713525" providerId="ADAL" clId="{0DC169D3-D48D-421F-93AE-568551ACAEE2}" dt="2024-02-01T19:18:58.511" v="290" actId="478"/>
          <ac:graphicFrameMkLst>
            <pc:docMk/>
            <pc:sldMk cId="1633142185" sldId="263"/>
            <ac:graphicFrameMk id="9" creationId="{3D675476-85D8-A81E-1457-DBFA6C8B9979}"/>
          </ac:graphicFrameMkLst>
        </pc:graphicFrameChg>
        <pc:graphicFrameChg chg="add mod modGraphic">
          <ac:chgData name="Kristian Martin Tvenning" userId="a20393f1-899f-42df-9980-2660c2713525" providerId="ADAL" clId="{0DC169D3-D48D-421F-93AE-568551ACAEE2}" dt="2024-02-01T19:19:52.693" v="300" actId="368"/>
          <ac:graphicFrameMkLst>
            <pc:docMk/>
            <pc:sldMk cId="1633142185" sldId="263"/>
            <ac:graphicFrameMk id="12" creationId="{3B4E3AAB-A213-E566-213F-111E044F440F}"/>
          </ac:graphicFrameMkLst>
        </pc:graphicFrameChg>
      </pc:sldChg>
      <pc:sldChg chg="modSp new del mod">
        <pc:chgData name="Kristian Martin Tvenning" userId="a20393f1-899f-42df-9980-2660c2713525" providerId="ADAL" clId="{0DC169D3-D48D-421F-93AE-568551ACAEE2}" dt="2024-02-01T13:23:07.319" v="58" actId="47"/>
        <pc:sldMkLst>
          <pc:docMk/>
          <pc:sldMk cId="465952527" sldId="264"/>
        </pc:sldMkLst>
        <pc:spChg chg="mod">
          <ac:chgData name="Kristian Martin Tvenning" userId="a20393f1-899f-42df-9980-2660c2713525" providerId="ADAL" clId="{0DC169D3-D48D-421F-93AE-568551ACAEE2}" dt="2024-02-01T13:23:01.951" v="57" actId="20577"/>
          <ac:spMkLst>
            <pc:docMk/>
            <pc:sldMk cId="465952527" sldId="264"/>
            <ac:spMk id="2" creationId="{91407125-CA40-65A5-4C10-1177654F5595}"/>
          </ac:spMkLst>
        </pc:spChg>
      </pc:sldChg>
      <pc:sldMasterChg chg="modTransition modSldLayout">
        <pc:chgData name="Kristian Martin Tvenning" userId="a20393f1-899f-42df-9980-2660c2713525" providerId="ADAL" clId="{0DC169D3-D48D-421F-93AE-568551ACAEE2}" dt="2024-02-01T19:21:41.721" v="322"/>
        <pc:sldMasterMkLst>
          <pc:docMk/>
          <pc:sldMasterMk cId="2649319511" sldId="2147483648"/>
        </pc:sldMasterMkLst>
        <pc:sldLayoutChg chg="modTransition">
          <pc:chgData name="Kristian Martin Tvenning" userId="a20393f1-899f-42df-9980-2660c2713525" providerId="ADAL" clId="{0DC169D3-D48D-421F-93AE-568551ACAEE2}" dt="2024-02-01T19:21:41.721" v="322"/>
          <pc:sldLayoutMkLst>
            <pc:docMk/>
            <pc:sldMasterMk cId="2649319511" sldId="2147483648"/>
            <pc:sldLayoutMk cId="1137542638" sldId="2147483649"/>
          </pc:sldLayoutMkLst>
        </pc:sldLayoutChg>
        <pc:sldLayoutChg chg="modTransition">
          <pc:chgData name="Kristian Martin Tvenning" userId="a20393f1-899f-42df-9980-2660c2713525" providerId="ADAL" clId="{0DC169D3-D48D-421F-93AE-568551ACAEE2}" dt="2024-02-01T19:21:41.721" v="322"/>
          <pc:sldLayoutMkLst>
            <pc:docMk/>
            <pc:sldMasterMk cId="2649319511" sldId="2147483648"/>
            <pc:sldLayoutMk cId="3074127366" sldId="2147483650"/>
          </pc:sldLayoutMkLst>
        </pc:sldLayoutChg>
        <pc:sldLayoutChg chg="modTransition">
          <pc:chgData name="Kristian Martin Tvenning" userId="a20393f1-899f-42df-9980-2660c2713525" providerId="ADAL" clId="{0DC169D3-D48D-421F-93AE-568551ACAEE2}" dt="2024-02-01T19:21:41.721" v="322"/>
          <pc:sldLayoutMkLst>
            <pc:docMk/>
            <pc:sldMasterMk cId="2649319511" sldId="2147483648"/>
            <pc:sldLayoutMk cId="2697081350" sldId="2147483651"/>
          </pc:sldLayoutMkLst>
        </pc:sldLayoutChg>
        <pc:sldLayoutChg chg="modTransition">
          <pc:chgData name="Kristian Martin Tvenning" userId="a20393f1-899f-42df-9980-2660c2713525" providerId="ADAL" clId="{0DC169D3-D48D-421F-93AE-568551ACAEE2}" dt="2024-02-01T19:21:41.721" v="322"/>
          <pc:sldLayoutMkLst>
            <pc:docMk/>
            <pc:sldMasterMk cId="2649319511" sldId="2147483648"/>
            <pc:sldLayoutMk cId="2764821704" sldId="2147483652"/>
          </pc:sldLayoutMkLst>
        </pc:sldLayoutChg>
        <pc:sldLayoutChg chg="modTransition">
          <pc:chgData name="Kristian Martin Tvenning" userId="a20393f1-899f-42df-9980-2660c2713525" providerId="ADAL" clId="{0DC169D3-D48D-421F-93AE-568551ACAEE2}" dt="2024-02-01T19:21:41.721" v="322"/>
          <pc:sldLayoutMkLst>
            <pc:docMk/>
            <pc:sldMasterMk cId="2649319511" sldId="2147483648"/>
            <pc:sldLayoutMk cId="4043207736" sldId="2147483653"/>
          </pc:sldLayoutMkLst>
        </pc:sldLayoutChg>
        <pc:sldLayoutChg chg="modTransition">
          <pc:chgData name="Kristian Martin Tvenning" userId="a20393f1-899f-42df-9980-2660c2713525" providerId="ADAL" clId="{0DC169D3-D48D-421F-93AE-568551ACAEE2}" dt="2024-02-01T19:21:41.721" v="322"/>
          <pc:sldLayoutMkLst>
            <pc:docMk/>
            <pc:sldMasterMk cId="2649319511" sldId="2147483648"/>
            <pc:sldLayoutMk cId="3347560075" sldId="2147483654"/>
          </pc:sldLayoutMkLst>
        </pc:sldLayoutChg>
        <pc:sldLayoutChg chg="modTransition">
          <pc:chgData name="Kristian Martin Tvenning" userId="a20393f1-899f-42df-9980-2660c2713525" providerId="ADAL" clId="{0DC169D3-D48D-421F-93AE-568551ACAEE2}" dt="2024-02-01T19:21:41.721" v="322"/>
          <pc:sldLayoutMkLst>
            <pc:docMk/>
            <pc:sldMasterMk cId="2649319511" sldId="2147483648"/>
            <pc:sldLayoutMk cId="1086863534" sldId="2147483655"/>
          </pc:sldLayoutMkLst>
        </pc:sldLayoutChg>
        <pc:sldLayoutChg chg="modTransition">
          <pc:chgData name="Kristian Martin Tvenning" userId="a20393f1-899f-42df-9980-2660c2713525" providerId="ADAL" clId="{0DC169D3-D48D-421F-93AE-568551ACAEE2}" dt="2024-02-01T19:21:41.721" v="322"/>
          <pc:sldLayoutMkLst>
            <pc:docMk/>
            <pc:sldMasterMk cId="2649319511" sldId="2147483648"/>
            <pc:sldLayoutMk cId="1635284649" sldId="2147483656"/>
          </pc:sldLayoutMkLst>
        </pc:sldLayoutChg>
        <pc:sldLayoutChg chg="modTransition">
          <pc:chgData name="Kristian Martin Tvenning" userId="a20393f1-899f-42df-9980-2660c2713525" providerId="ADAL" clId="{0DC169D3-D48D-421F-93AE-568551ACAEE2}" dt="2024-02-01T19:21:41.721" v="322"/>
          <pc:sldLayoutMkLst>
            <pc:docMk/>
            <pc:sldMasterMk cId="2649319511" sldId="2147483648"/>
            <pc:sldLayoutMk cId="4132015190" sldId="2147483657"/>
          </pc:sldLayoutMkLst>
        </pc:sldLayoutChg>
        <pc:sldLayoutChg chg="modTransition">
          <pc:chgData name="Kristian Martin Tvenning" userId="a20393f1-899f-42df-9980-2660c2713525" providerId="ADAL" clId="{0DC169D3-D48D-421F-93AE-568551ACAEE2}" dt="2024-02-01T19:21:41.721" v="322"/>
          <pc:sldLayoutMkLst>
            <pc:docMk/>
            <pc:sldMasterMk cId="2649319511" sldId="2147483648"/>
            <pc:sldLayoutMk cId="2170980588" sldId="2147483658"/>
          </pc:sldLayoutMkLst>
        </pc:sldLayoutChg>
        <pc:sldLayoutChg chg="modTransition">
          <pc:chgData name="Kristian Martin Tvenning" userId="a20393f1-899f-42df-9980-2660c2713525" providerId="ADAL" clId="{0DC169D3-D48D-421F-93AE-568551ACAEE2}" dt="2024-02-01T19:21:41.721" v="322"/>
          <pc:sldLayoutMkLst>
            <pc:docMk/>
            <pc:sldMasterMk cId="2649319511" sldId="2147483648"/>
            <pc:sldLayoutMk cId="557333919" sldId="2147483659"/>
          </pc:sldLayoutMkLst>
        </pc:sldLayoutChg>
      </pc:sldMasterChg>
    </pc:docChg>
  </pc:docChgLst>
  <pc:docChgLst>
    <pc:chgData name="Kristian Martin Tvenning" userId="S::265931@usn.no::a20393f1-899f-42df-9980-2660c2713525" providerId="AD" clId="Web-{AB48353C-6246-D07C-B734-60A8142522C8}"/>
    <pc:docChg chg="addSld modSld">
      <pc:chgData name="Kristian Martin Tvenning" userId="S::265931@usn.no::a20393f1-899f-42df-9980-2660c2713525" providerId="AD" clId="Web-{AB48353C-6246-D07C-B734-60A8142522C8}" dt="2024-02-01T12:58:34.722" v="54" actId="1076"/>
      <pc:docMkLst>
        <pc:docMk/>
      </pc:docMkLst>
      <pc:sldChg chg="modNotes">
        <pc:chgData name="Kristian Martin Tvenning" userId="S::265931@usn.no::a20393f1-899f-42df-9980-2660c2713525" providerId="AD" clId="Web-{AB48353C-6246-D07C-B734-60A8142522C8}" dt="2024-02-01T12:56:50.377" v="51"/>
        <pc:sldMkLst>
          <pc:docMk/>
          <pc:sldMk cId="269098912" sldId="257"/>
        </pc:sldMkLst>
      </pc:sldChg>
      <pc:sldChg chg="modNotes">
        <pc:chgData name="Kristian Martin Tvenning" userId="S::265931@usn.no::a20393f1-899f-42df-9980-2660c2713525" providerId="AD" clId="Web-{AB48353C-6246-D07C-B734-60A8142522C8}" dt="2024-02-01T12:56:32.892" v="16"/>
        <pc:sldMkLst>
          <pc:docMk/>
          <pc:sldMk cId="3522464002" sldId="258"/>
        </pc:sldMkLst>
      </pc:sldChg>
      <pc:sldChg chg="modNotes">
        <pc:chgData name="Kristian Martin Tvenning" userId="S::265931@usn.no::a20393f1-899f-42df-9980-2660c2713525" providerId="AD" clId="Web-{AB48353C-6246-D07C-B734-60A8142522C8}" dt="2024-02-01T12:56:43.424" v="33"/>
        <pc:sldMkLst>
          <pc:docMk/>
          <pc:sldMk cId="3497268837" sldId="259"/>
        </pc:sldMkLst>
      </pc:sldChg>
      <pc:sldChg chg="addSp delSp modSp new">
        <pc:chgData name="Kristian Martin Tvenning" userId="S::265931@usn.no::a20393f1-899f-42df-9980-2660c2713525" providerId="AD" clId="Web-{AB48353C-6246-D07C-B734-60A8142522C8}" dt="2024-02-01T12:56:06.392" v="2" actId="1076"/>
        <pc:sldMkLst>
          <pc:docMk/>
          <pc:sldMk cId="3874933173" sldId="260"/>
        </pc:sldMkLst>
        <pc:spChg chg="del">
          <ac:chgData name="Kristian Martin Tvenning" userId="S::265931@usn.no::a20393f1-899f-42df-9980-2660c2713525" providerId="AD" clId="Web-{AB48353C-6246-D07C-B734-60A8142522C8}" dt="2024-02-01T12:55:44.548" v="1"/>
          <ac:spMkLst>
            <pc:docMk/>
            <pc:sldMk cId="3874933173" sldId="260"/>
            <ac:spMk id="3" creationId="{05199424-78FA-7FA7-4069-003CCC7BD37E}"/>
          </ac:spMkLst>
        </pc:spChg>
        <pc:graphicFrameChg chg="add mod ord modGraphic">
          <ac:chgData name="Kristian Martin Tvenning" userId="S::265931@usn.no::a20393f1-899f-42df-9980-2660c2713525" providerId="AD" clId="Web-{AB48353C-6246-D07C-B734-60A8142522C8}" dt="2024-02-01T12:56:06.392" v="2" actId="1076"/>
          <ac:graphicFrameMkLst>
            <pc:docMk/>
            <pc:sldMk cId="3874933173" sldId="260"/>
            <ac:graphicFrameMk id="5" creationId="{2199AF91-8435-C911-91C5-F0856C095BC7}"/>
          </ac:graphicFrameMkLst>
        </pc:graphicFrameChg>
      </pc:sldChg>
      <pc:sldChg chg="addSp delSp modSp new">
        <pc:chgData name="Kristian Martin Tvenning" userId="S::265931@usn.no::a20393f1-899f-42df-9980-2660c2713525" providerId="AD" clId="Web-{AB48353C-6246-D07C-B734-60A8142522C8}" dt="2024-02-01T12:58:34.722" v="54" actId="1076"/>
        <pc:sldMkLst>
          <pc:docMk/>
          <pc:sldMk cId="2114399203" sldId="261"/>
        </pc:sldMkLst>
        <pc:spChg chg="del">
          <ac:chgData name="Kristian Martin Tvenning" userId="S::265931@usn.no::a20393f1-899f-42df-9980-2660c2713525" providerId="AD" clId="Web-{AB48353C-6246-D07C-B734-60A8142522C8}" dt="2024-02-01T12:57:59.909" v="53"/>
          <ac:spMkLst>
            <pc:docMk/>
            <pc:sldMk cId="2114399203" sldId="261"/>
            <ac:spMk id="3" creationId="{076EBE5F-D1EC-9F84-21E8-97659591714A}"/>
          </ac:spMkLst>
        </pc:spChg>
        <pc:graphicFrameChg chg="add mod ord modGraphic">
          <ac:chgData name="Kristian Martin Tvenning" userId="S::265931@usn.no::a20393f1-899f-42df-9980-2660c2713525" providerId="AD" clId="Web-{AB48353C-6246-D07C-B734-60A8142522C8}" dt="2024-02-01T12:58:34.722" v="54" actId="1076"/>
          <ac:graphicFrameMkLst>
            <pc:docMk/>
            <pc:sldMk cId="2114399203" sldId="261"/>
            <ac:graphicFrameMk id="5" creationId="{EA38AF68-9B3E-86D5-826B-A09C2BF49D83}"/>
          </ac:graphicFrameMkLst>
        </pc:graphicFrameChg>
      </pc:sldChg>
    </pc:docChg>
  </pc:docChgLst>
  <pc:docChgLst>
    <pc:chgData name="Kristian Martin Tvenning" userId="S::265931@usn.no::a20393f1-899f-42df-9980-2660c2713525" providerId="AD" clId="Web-{7AD49B85-E639-4FF2-8E42-44EEA53F0C81}"/>
    <pc:docChg chg="addSld modSld">
      <pc:chgData name="Kristian Martin Tvenning" userId="S::265931@usn.no::a20393f1-899f-42df-9980-2660c2713525" providerId="AD" clId="Web-{7AD49B85-E639-4FF2-8E42-44EEA53F0C81}" dt="2024-02-01T12:53:17.828" v="50" actId="1076"/>
      <pc:docMkLst>
        <pc:docMk/>
      </pc:docMkLst>
      <pc:sldChg chg="modSp">
        <pc:chgData name="Kristian Martin Tvenning" userId="S::265931@usn.no::a20393f1-899f-42df-9980-2660c2713525" providerId="AD" clId="Web-{7AD49B85-E639-4FF2-8E42-44EEA53F0C81}" dt="2024-02-01T12:41:34.820" v="7" actId="20577"/>
        <pc:sldMkLst>
          <pc:docMk/>
          <pc:sldMk cId="4253124984" sldId="256"/>
        </pc:sldMkLst>
        <pc:spChg chg="mod">
          <ac:chgData name="Kristian Martin Tvenning" userId="S::265931@usn.no::a20393f1-899f-42df-9980-2660c2713525" providerId="AD" clId="Web-{7AD49B85-E639-4FF2-8E42-44EEA53F0C81}" dt="2024-02-01T12:41:34.820" v="7" actId="20577"/>
          <ac:spMkLst>
            <pc:docMk/>
            <pc:sldMk cId="4253124984" sldId="256"/>
            <ac:spMk id="2" creationId="{00000000-0000-0000-0000-000000000000}"/>
          </ac:spMkLst>
        </pc:spChg>
      </pc:sldChg>
      <pc:sldChg chg="addSp delSp modSp new">
        <pc:chgData name="Kristian Martin Tvenning" userId="S::265931@usn.no::a20393f1-899f-42df-9980-2660c2713525" providerId="AD" clId="Web-{7AD49B85-E639-4FF2-8E42-44EEA53F0C81}" dt="2024-02-01T12:50:35.717" v="41"/>
        <pc:sldMkLst>
          <pc:docMk/>
          <pc:sldMk cId="269098912" sldId="257"/>
        </pc:sldMkLst>
        <pc:spChg chg="del mod">
          <ac:chgData name="Kristian Martin Tvenning" userId="S::265931@usn.no::a20393f1-899f-42df-9980-2660c2713525" providerId="AD" clId="Web-{7AD49B85-E639-4FF2-8E42-44EEA53F0C81}" dt="2024-02-01T12:43:54.306" v="23"/>
          <ac:spMkLst>
            <pc:docMk/>
            <pc:sldMk cId="269098912" sldId="257"/>
            <ac:spMk id="2" creationId="{803FD1CC-968C-4CEC-4D20-5DB318BF3C98}"/>
          </ac:spMkLst>
        </pc:spChg>
        <pc:spChg chg="del mod">
          <ac:chgData name="Kristian Martin Tvenning" userId="S::265931@usn.no::a20393f1-899f-42df-9980-2660c2713525" providerId="AD" clId="Web-{7AD49B85-E639-4FF2-8E42-44EEA53F0C81}" dt="2024-02-01T12:42:11.805" v="14"/>
          <ac:spMkLst>
            <pc:docMk/>
            <pc:sldMk cId="269098912" sldId="257"/>
            <ac:spMk id="3" creationId="{947C8917-4FFA-B2ED-39EA-9A3B6CFDF0B0}"/>
          </ac:spMkLst>
        </pc:spChg>
        <pc:spChg chg="add mod">
          <ac:chgData name="Kristian Martin Tvenning" userId="S::265931@usn.no::a20393f1-899f-42df-9980-2660c2713525" providerId="AD" clId="Web-{7AD49B85-E639-4FF2-8E42-44EEA53F0C81}" dt="2024-02-01T12:43:54.306" v="23"/>
          <ac:spMkLst>
            <pc:docMk/>
            <pc:sldMk cId="269098912" sldId="257"/>
            <ac:spMk id="7" creationId="{61398CFF-697B-0004-55ED-C75E6046F509}"/>
          </ac:spMkLst>
        </pc:spChg>
        <pc:spChg chg="add del mod">
          <ac:chgData name="Kristian Martin Tvenning" userId="S::265931@usn.no::a20393f1-899f-42df-9980-2660c2713525" providerId="AD" clId="Web-{7AD49B85-E639-4FF2-8E42-44EEA53F0C81}" dt="2024-02-01T12:50:15.389" v="37"/>
          <ac:spMkLst>
            <pc:docMk/>
            <pc:sldMk cId="269098912" sldId="257"/>
            <ac:spMk id="9" creationId="{2B6D4837-D44E-92B7-A564-3A26F455DF5E}"/>
          </ac:spMkLst>
        </pc:spChg>
        <pc:graphicFrameChg chg="add del mod ord modGraphic">
          <ac:chgData name="Kristian Martin Tvenning" userId="S::265931@usn.no::a20393f1-899f-42df-9980-2660c2713525" providerId="AD" clId="Web-{7AD49B85-E639-4FF2-8E42-44EEA53F0C81}" dt="2024-02-01T12:49:57.217" v="36"/>
          <ac:graphicFrameMkLst>
            <pc:docMk/>
            <pc:sldMk cId="269098912" sldId="257"/>
            <ac:graphicFrameMk id="5" creationId="{FAAB3C71-53DE-CF07-7A94-74522A332A3C}"/>
          </ac:graphicFrameMkLst>
        </pc:graphicFrameChg>
        <pc:graphicFrameChg chg="add mod ord modGraphic">
          <ac:chgData name="Kristian Martin Tvenning" userId="S::265931@usn.no::a20393f1-899f-42df-9980-2660c2713525" providerId="AD" clId="Web-{7AD49B85-E639-4FF2-8E42-44EEA53F0C81}" dt="2024-02-01T12:50:35.717" v="41"/>
          <ac:graphicFrameMkLst>
            <pc:docMk/>
            <pc:sldMk cId="269098912" sldId="257"/>
            <ac:graphicFrameMk id="11" creationId="{F0ED31A8-4B69-CA9F-B7A8-621B41F85971}"/>
          </ac:graphicFrameMkLst>
        </pc:graphicFrameChg>
      </pc:sldChg>
      <pc:sldChg chg="addSp delSp modSp new">
        <pc:chgData name="Kristian Martin Tvenning" userId="S::265931@usn.no::a20393f1-899f-42df-9980-2660c2713525" providerId="AD" clId="Web-{7AD49B85-E639-4FF2-8E42-44EEA53F0C81}" dt="2024-02-01T12:46:20.074" v="32" actId="1076"/>
        <pc:sldMkLst>
          <pc:docMk/>
          <pc:sldMk cId="3522464002" sldId="258"/>
        </pc:sldMkLst>
        <pc:spChg chg="mod">
          <ac:chgData name="Kristian Martin Tvenning" userId="S::265931@usn.no::a20393f1-899f-42df-9980-2660c2713525" providerId="AD" clId="Web-{7AD49B85-E639-4FF2-8E42-44EEA53F0C81}" dt="2024-02-01T12:46:11.761" v="31" actId="20577"/>
          <ac:spMkLst>
            <pc:docMk/>
            <pc:sldMk cId="3522464002" sldId="258"/>
            <ac:spMk id="2" creationId="{563F5627-5095-5F2B-EB65-C45ECF0805CC}"/>
          </ac:spMkLst>
        </pc:spChg>
        <pc:spChg chg="del mod">
          <ac:chgData name="Kristian Martin Tvenning" userId="S::265931@usn.no::a20393f1-899f-42df-9980-2660c2713525" providerId="AD" clId="Web-{7AD49B85-E639-4FF2-8E42-44EEA53F0C81}" dt="2024-02-01T12:46:00.152" v="28"/>
          <ac:spMkLst>
            <pc:docMk/>
            <pc:sldMk cId="3522464002" sldId="258"/>
            <ac:spMk id="3" creationId="{B36C14EB-BF85-5B4B-809A-AB319FB2475C}"/>
          </ac:spMkLst>
        </pc:spChg>
        <pc:graphicFrameChg chg="add mod ord modGraphic">
          <ac:chgData name="Kristian Martin Tvenning" userId="S::265931@usn.no::a20393f1-899f-42df-9980-2660c2713525" providerId="AD" clId="Web-{7AD49B85-E639-4FF2-8E42-44EEA53F0C81}" dt="2024-02-01T12:46:20.074" v="32" actId="1076"/>
          <ac:graphicFrameMkLst>
            <pc:docMk/>
            <pc:sldMk cId="3522464002" sldId="258"/>
            <ac:graphicFrameMk id="5" creationId="{059E4CE4-2475-E88C-C84F-930897613850}"/>
          </ac:graphicFrameMkLst>
        </pc:graphicFrameChg>
      </pc:sldChg>
      <pc:sldChg chg="addSp delSp modSp new">
        <pc:chgData name="Kristian Martin Tvenning" userId="S::265931@usn.no::a20393f1-899f-42df-9980-2660c2713525" providerId="AD" clId="Web-{7AD49B85-E639-4FF2-8E42-44EEA53F0C81}" dt="2024-02-01T12:53:17.828" v="50" actId="1076"/>
        <pc:sldMkLst>
          <pc:docMk/>
          <pc:sldMk cId="3497268837" sldId="259"/>
        </pc:sldMkLst>
        <pc:spChg chg="del">
          <ac:chgData name="Kristian Martin Tvenning" userId="S::265931@usn.no::a20393f1-899f-42df-9980-2660c2713525" providerId="AD" clId="Web-{7AD49B85-E639-4FF2-8E42-44EEA53F0C81}" dt="2024-02-01T12:50:56.077" v="42"/>
          <ac:spMkLst>
            <pc:docMk/>
            <pc:sldMk cId="3497268837" sldId="259"/>
            <ac:spMk id="3" creationId="{DFE391E2-CEE4-BB8C-29BB-60368F783EE5}"/>
          </ac:spMkLst>
        </pc:spChg>
        <pc:spChg chg="add del mod">
          <ac:chgData name="Kristian Martin Tvenning" userId="S::265931@usn.no::a20393f1-899f-42df-9980-2660c2713525" providerId="AD" clId="Web-{7AD49B85-E639-4FF2-8E42-44EEA53F0C81}" dt="2024-02-01T12:53:12.250" v="49"/>
          <ac:spMkLst>
            <pc:docMk/>
            <pc:sldMk cId="3497268837" sldId="259"/>
            <ac:spMk id="7" creationId="{06CB0E9D-8BAA-261F-6730-63841B5A0907}"/>
          </ac:spMkLst>
        </pc:spChg>
        <pc:graphicFrameChg chg="add del mod ord modGraphic">
          <ac:chgData name="Kristian Martin Tvenning" userId="S::265931@usn.no::a20393f1-899f-42df-9980-2660c2713525" providerId="AD" clId="Web-{7AD49B85-E639-4FF2-8E42-44EEA53F0C81}" dt="2024-02-01T12:53:10.766" v="48"/>
          <ac:graphicFrameMkLst>
            <pc:docMk/>
            <pc:sldMk cId="3497268837" sldId="259"/>
            <ac:graphicFrameMk id="5" creationId="{DFF220EE-B113-72BA-6EF0-1E3FC8062CF0}"/>
          </ac:graphicFrameMkLst>
        </pc:graphicFrameChg>
        <pc:graphicFrameChg chg="add mod ord modGraphic">
          <ac:chgData name="Kristian Martin Tvenning" userId="S::265931@usn.no::a20393f1-899f-42df-9980-2660c2713525" providerId="AD" clId="Web-{7AD49B85-E639-4FF2-8E42-44EEA53F0C81}" dt="2024-02-01T12:53:17.828" v="50" actId="1076"/>
          <ac:graphicFrameMkLst>
            <pc:docMk/>
            <pc:sldMk cId="3497268837" sldId="259"/>
            <ac:graphicFrameMk id="9" creationId="{0D76F76F-B8FD-03B4-F056-5C40C79C9FF7}"/>
          </ac:graphicFrameMkLst>
        </pc:graphicFrameChg>
      </pc:sldChg>
    </pc:docChg>
  </pc:docChgLst>
  <pc:docChgLst>
    <pc:chgData name="Jonas El H'Babi Helling" userId="S::263423@usn.no::ba62f72e-b6b0-4c68-b019-12a216096e40" providerId="AD" clId="Web-{8076534B-D49F-11FB-FD73-EE220E9BDAFF}"/>
    <pc:docChg chg="modSld">
      <pc:chgData name="Jonas El H'Babi Helling" userId="S::263423@usn.no::ba62f72e-b6b0-4c68-b019-12a216096e40" providerId="AD" clId="Web-{8076534B-D49F-11FB-FD73-EE220E9BDAFF}" dt="2024-02-06T12:13:42.973" v="219"/>
      <pc:docMkLst>
        <pc:docMk/>
      </pc:docMkLst>
      <pc:sldChg chg="modSp">
        <pc:chgData name="Jonas El H'Babi Helling" userId="S::263423@usn.no::ba62f72e-b6b0-4c68-b019-12a216096e40" providerId="AD" clId="Web-{8076534B-D49F-11FB-FD73-EE220E9BDAFF}" dt="2024-02-06T12:13:42.973" v="219"/>
        <pc:sldMkLst>
          <pc:docMk/>
          <pc:sldMk cId="269098912" sldId="257"/>
        </pc:sldMkLst>
        <pc:graphicFrameChg chg="mod modGraphic">
          <ac:chgData name="Jonas El H'Babi Helling" userId="S::263423@usn.no::ba62f72e-b6b0-4c68-b019-12a216096e40" providerId="AD" clId="Web-{8076534B-D49F-11FB-FD73-EE220E9BDAFF}" dt="2024-02-06T12:13:42.973" v="219"/>
          <ac:graphicFrameMkLst>
            <pc:docMk/>
            <pc:sldMk cId="269098912" sldId="257"/>
            <ac:graphicFrameMk id="11" creationId="{F0ED31A8-4B69-CA9F-B7A8-621B41F85971}"/>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C39053-25EA-4358-83E8-4EED4EEB071E}" type="datetimeFigureOut">
              <a:t>06.02.2024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226C91-ECB9-4852-ACEC-8CBC08F8B0B6}" type="slidenum">
              <a:t>‹#›</a:t>
            </a:fld>
            <a:endParaRPr lang="en-US"/>
          </a:p>
        </p:txBody>
      </p:sp>
    </p:spTree>
    <p:extLst>
      <p:ext uri="{BB962C8B-B14F-4D97-AF65-F5344CB8AC3E}">
        <p14:creationId xmlns:p14="http://schemas.microsoft.com/office/powerpoint/2010/main" val="972123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cs typeface="Calibri"/>
              </a:rPr>
              <a:t>Prosjektplan</a:t>
            </a:r>
            <a:r>
              <a:rPr lang="en-US">
                <a:cs typeface="Calibri"/>
              </a:rPr>
              <a:t> 1 </a:t>
            </a:r>
            <a:r>
              <a:rPr lang="en-US" err="1">
                <a:cs typeface="Calibri"/>
              </a:rPr>
              <a:t>utkast</a:t>
            </a:r>
            <a:r>
              <a:rPr lang="en-US">
                <a:cs typeface="Calibri"/>
              </a:rPr>
              <a:t> – Her </a:t>
            </a:r>
            <a:r>
              <a:rPr lang="en-US" err="1">
                <a:cs typeface="Calibri"/>
              </a:rPr>
              <a:t>hadde</a:t>
            </a:r>
            <a:r>
              <a:rPr lang="en-US">
                <a:cs typeface="Calibri"/>
              </a:rPr>
              <a:t> vi </a:t>
            </a:r>
            <a:r>
              <a:rPr lang="en-US" err="1">
                <a:cs typeface="Calibri"/>
              </a:rPr>
              <a:t>blitt</a:t>
            </a:r>
            <a:r>
              <a:rPr lang="en-US">
                <a:cs typeface="Calibri"/>
              </a:rPr>
              <a:t> </a:t>
            </a:r>
            <a:r>
              <a:rPr lang="en-US" err="1">
                <a:cs typeface="Calibri"/>
              </a:rPr>
              <a:t>enige</a:t>
            </a:r>
            <a:r>
              <a:rPr lang="en-US">
                <a:cs typeface="Calibri"/>
              </a:rPr>
              <a:t> om å </a:t>
            </a:r>
            <a:r>
              <a:rPr lang="en-US" err="1">
                <a:cs typeface="Calibri"/>
              </a:rPr>
              <a:t>jobbe</a:t>
            </a:r>
            <a:r>
              <a:rPr lang="en-US">
                <a:cs typeface="Calibri"/>
              </a:rPr>
              <a:t> </a:t>
            </a:r>
            <a:r>
              <a:rPr lang="en-US" err="1">
                <a:cs typeface="Calibri"/>
              </a:rPr>
              <a:t>mandager</a:t>
            </a:r>
            <a:r>
              <a:rPr lang="en-US">
                <a:cs typeface="Calibri"/>
              </a:rPr>
              <a:t> </a:t>
            </a:r>
            <a:r>
              <a:rPr lang="en-US" err="1">
                <a:cs typeface="Calibri"/>
              </a:rPr>
              <a:t>og</a:t>
            </a:r>
            <a:r>
              <a:rPr lang="en-US">
                <a:cs typeface="Calibri"/>
              </a:rPr>
              <a:t> </a:t>
            </a:r>
            <a:r>
              <a:rPr lang="en-US" err="1">
                <a:cs typeface="Calibri"/>
              </a:rPr>
              <a:t>torsdager</a:t>
            </a:r>
            <a:r>
              <a:rPr lang="en-US">
                <a:cs typeface="Calibri"/>
              </a:rPr>
              <a:t>, </a:t>
            </a:r>
            <a:r>
              <a:rPr lang="en-US" err="1">
                <a:cs typeface="Calibri"/>
              </a:rPr>
              <a:t>fordi</a:t>
            </a:r>
            <a:r>
              <a:rPr lang="en-US">
                <a:cs typeface="Calibri"/>
              </a:rPr>
              <a:t> vi </a:t>
            </a:r>
            <a:r>
              <a:rPr lang="en-US" err="1">
                <a:cs typeface="Calibri"/>
              </a:rPr>
              <a:t>visste</a:t>
            </a:r>
            <a:r>
              <a:rPr lang="en-US">
                <a:cs typeface="Calibri"/>
              </a:rPr>
              <a:t> </a:t>
            </a:r>
            <a:r>
              <a:rPr lang="en-US" err="1">
                <a:cs typeface="Calibri"/>
              </a:rPr>
              <a:t>på</a:t>
            </a:r>
            <a:r>
              <a:rPr lang="en-US">
                <a:cs typeface="Calibri"/>
              </a:rPr>
              <a:t> </a:t>
            </a:r>
            <a:r>
              <a:rPr lang="en-US" err="1">
                <a:cs typeface="Calibri"/>
              </a:rPr>
              <a:t>dette</a:t>
            </a:r>
            <a:r>
              <a:rPr lang="en-US">
                <a:cs typeface="Calibri"/>
              </a:rPr>
              <a:t> </a:t>
            </a:r>
            <a:r>
              <a:rPr lang="en-US" err="1">
                <a:cs typeface="Calibri"/>
              </a:rPr>
              <a:t>tidspunkt</a:t>
            </a:r>
            <a:r>
              <a:rPr lang="en-US">
                <a:cs typeface="Calibri"/>
              </a:rPr>
              <a:t> </a:t>
            </a:r>
            <a:r>
              <a:rPr lang="en-US" err="1">
                <a:cs typeface="Calibri"/>
              </a:rPr>
              <a:t>ikke</a:t>
            </a:r>
            <a:r>
              <a:rPr lang="en-US">
                <a:cs typeface="Calibri"/>
              </a:rPr>
              <a:t> </a:t>
            </a:r>
            <a:r>
              <a:rPr lang="en-US" err="1">
                <a:cs typeface="Calibri"/>
              </a:rPr>
              <a:t>hvordan</a:t>
            </a:r>
            <a:r>
              <a:rPr lang="en-US">
                <a:cs typeface="Calibri"/>
              </a:rPr>
              <a:t> </a:t>
            </a:r>
            <a:r>
              <a:rPr lang="en-US" err="1">
                <a:cs typeface="Calibri"/>
              </a:rPr>
              <a:t>tirsdagene</a:t>
            </a:r>
            <a:r>
              <a:rPr lang="en-US">
                <a:cs typeface="Calibri"/>
              </a:rPr>
              <a:t> </a:t>
            </a:r>
            <a:r>
              <a:rPr lang="en-US" err="1">
                <a:cs typeface="Calibri"/>
              </a:rPr>
              <a:t>kom</a:t>
            </a:r>
            <a:r>
              <a:rPr lang="en-US">
                <a:cs typeface="Calibri"/>
              </a:rPr>
              <a:t> </a:t>
            </a:r>
            <a:r>
              <a:rPr lang="en-US" err="1">
                <a:cs typeface="Calibri"/>
              </a:rPr>
              <a:t>til</a:t>
            </a:r>
            <a:r>
              <a:rPr lang="en-US">
                <a:cs typeface="Calibri"/>
              </a:rPr>
              <a:t> å </a:t>
            </a:r>
            <a:r>
              <a:rPr lang="en-US" err="1">
                <a:cs typeface="Calibri"/>
              </a:rPr>
              <a:t>bli</a:t>
            </a:r>
            <a:r>
              <a:rPr lang="en-US">
                <a:cs typeface="Calibri"/>
              </a:rPr>
              <a:t>. </a:t>
            </a:r>
          </a:p>
          <a:p>
            <a:r>
              <a:rPr lang="en-US">
                <a:cs typeface="Calibri"/>
              </a:rPr>
              <a:t>Vi var </a:t>
            </a:r>
            <a:r>
              <a:rPr lang="en-US" err="1">
                <a:cs typeface="Calibri"/>
              </a:rPr>
              <a:t>enige</a:t>
            </a:r>
            <a:r>
              <a:rPr lang="en-US">
                <a:cs typeface="Calibri"/>
              </a:rPr>
              <a:t> om å </a:t>
            </a:r>
            <a:r>
              <a:rPr lang="en-US" err="1">
                <a:cs typeface="Calibri"/>
              </a:rPr>
              <a:t>stort</a:t>
            </a:r>
            <a:r>
              <a:rPr lang="en-US">
                <a:cs typeface="Calibri"/>
              </a:rPr>
              <a:t> sett </a:t>
            </a:r>
            <a:r>
              <a:rPr lang="en-US" err="1">
                <a:cs typeface="Calibri"/>
              </a:rPr>
              <a:t>jobbe</a:t>
            </a:r>
            <a:r>
              <a:rPr lang="en-US">
                <a:cs typeface="Calibri"/>
              </a:rPr>
              <a:t> </a:t>
            </a:r>
            <a:r>
              <a:rPr lang="en-US" err="1">
                <a:cs typeface="Calibri"/>
              </a:rPr>
              <a:t>på</a:t>
            </a:r>
            <a:r>
              <a:rPr lang="en-US">
                <a:cs typeface="Calibri"/>
              </a:rPr>
              <a:t> </a:t>
            </a:r>
            <a:r>
              <a:rPr lang="en-US" err="1">
                <a:cs typeface="Calibri"/>
              </a:rPr>
              <a:t>dagtid</a:t>
            </a:r>
            <a:r>
              <a:rPr lang="en-US">
                <a:cs typeface="Calibri"/>
              </a:rPr>
              <a:t>, </a:t>
            </a:r>
            <a:r>
              <a:rPr lang="en-US" err="1">
                <a:cs typeface="Calibri"/>
              </a:rPr>
              <a:t>hverdager</a:t>
            </a:r>
            <a:r>
              <a:rPr lang="en-US">
                <a:cs typeface="Calibri"/>
              </a:rPr>
              <a:t> </a:t>
            </a:r>
            <a:r>
              <a:rPr lang="en-US" err="1">
                <a:cs typeface="Calibri"/>
              </a:rPr>
              <a:t>så</a:t>
            </a:r>
            <a:r>
              <a:rPr lang="en-US">
                <a:cs typeface="Calibri"/>
              </a:rPr>
              <a:t> </a:t>
            </a:r>
            <a:r>
              <a:rPr lang="en-US" err="1">
                <a:cs typeface="Calibri"/>
              </a:rPr>
              <a:t>lenge</a:t>
            </a:r>
            <a:r>
              <a:rPr lang="en-US">
                <a:cs typeface="Calibri"/>
              </a:rPr>
              <a:t> </a:t>
            </a:r>
            <a:r>
              <a:rPr lang="en-US" err="1">
                <a:cs typeface="Calibri"/>
              </a:rPr>
              <a:t>timene</a:t>
            </a:r>
            <a:r>
              <a:rPr lang="en-US">
                <a:cs typeface="Calibri"/>
              </a:rPr>
              <a:t> </a:t>
            </a:r>
            <a:r>
              <a:rPr lang="en-US" err="1">
                <a:cs typeface="Calibri"/>
              </a:rPr>
              <a:t>gikk</a:t>
            </a:r>
            <a:r>
              <a:rPr lang="en-US">
                <a:cs typeface="Calibri"/>
              </a:rPr>
              <a:t> opp. </a:t>
            </a:r>
            <a:r>
              <a:rPr lang="en-US" err="1">
                <a:cs typeface="Calibri"/>
              </a:rPr>
              <a:t>Røfflig</a:t>
            </a:r>
            <a:r>
              <a:rPr lang="en-US">
                <a:cs typeface="Calibri"/>
              </a:rPr>
              <a:t> </a:t>
            </a:r>
            <a:r>
              <a:rPr lang="en-US" err="1">
                <a:cs typeface="Calibri"/>
              </a:rPr>
              <a:t>oversikt</a:t>
            </a:r>
            <a:r>
              <a:rPr lang="en-US">
                <a:cs typeface="Calibri"/>
              </a:rPr>
              <a:t> over timer I de </a:t>
            </a:r>
            <a:r>
              <a:rPr lang="en-US" err="1">
                <a:cs typeface="Calibri"/>
              </a:rPr>
              <a:t>forskjellige</a:t>
            </a:r>
            <a:r>
              <a:rPr lang="en-US">
                <a:cs typeface="Calibri"/>
              </a:rPr>
              <a:t> fasene</a:t>
            </a:r>
          </a:p>
        </p:txBody>
      </p:sp>
      <p:sp>
        <p:nvSpPr>
          <p:cNvPr id="4" name="Slide Number Placeholder 3"/>
          <p:cNvSpPr>
            <a:spLocks noGrp="1"/>
          </p:cNvSpPr>
          <p:nvPr>
            <p:ph type="sldNum" sz="quarter" idx="5"/>
          </p:nvPr>
        </p:nvSpPr>
        <p:spPr/>
        <p:txBody>
          <a:bodyPr/>
          <a:lstStyle/>
          <a:p>
            <a:fld id="{32226C91-ECB9-4852-ACEC-8CBC08F8B0B6}" type="slidenum">
              <a:t>2</a:t>
            </a:fld>
            <a:endParaRPr lang="en-US"/>
          </a:p>
        </p:txBody>
      </p:sp>
    </p:spTree>
    <p:extLst>
      <p:ext uri="{BB962C8B-B14F-4D97-AF65-F5344CB8AC3E}">
        <p14:creationId xmlns:p14="http://schemas.microsoft.com/office/powerpoint/2010/main" val="5334110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r>
              <a:rPr lang="nb-NO"/>
              <a:t>Revidert 1 – Her har vi funnet ut at vi jobber tirsdager og torsdager. Jokeren er uke 21-22 som utgjør ganske mange timer som får bli en </a:t>
            </a:r>
            <a:r>
              <a:rPr lang="nb-NO" err="1"/>
              <a:t>evt</a:t>
            </a:r>
            <a:r>
              <a:rPr lang="nb-NO"/>
              <a:t> bonus. </a:t>
            </a:r>
            <a:endParaRPr lang="en-US"/>
          </a:p>
          <a:p>
            <a:r>
              <a:rPr lang="nb-NO"/>
              <a:t>Vi tenker at vi er flinke til å </a:t>
            </a:r>
            <a:r>
              <a:rPr lang="nb-NO">
                <a:cs typeface="Calibri"/>
              </a:rPr>
              <a:t>jobbe effektivt når vi har satt opp timer.</a:t>
            </a:r>
          </a:p>
          <a:p>
            <a:r>
              <a:rPr lang="nb-NO">
                <a:cs typeface="Calibri"/>
              </a:rPr>
              <a:t> Vi har her ikke nøye oversikt over eksterne faktorer som -arbeidskrav, presentasjoner- i forskjellige fag, timer som forsvinner utover påsken</a:t>
            </a:r>
            <a:endParaRPr lang="nb-NO"/>
          </a:p>
        </p:txBody>
      </p:sp>
      <p:sp>
        <p:nvSpPr>
          <p:cNvPr id="4" name="Plassholder for lysbildenummer 3"/>
          <p:cNvSpPr>
            <a:spLocks noGrp="1"/>
          </p:cNvSpPr>
          <p:nvPr>
            <p:ph type="sldNum" sz="quarter" idx="5"/>
          </p:nvPr>
        </p:nvSpPr>
        <p:spPr/>
        <p:txBody>
          <a:bodyPr/>
          <a:lstStyle/>
          <a:p>
            <a:fld id="{32226C91-ECB9-4852-ACEC-8CBC08F8B0B6}" type="slidenum">
              <a:rPr lang="nb-NO" smtClean="0"/>
              <a:t>3</a:t>
            </a:fld>
            <a:endParaRPr lang="nb-NO"/>
          </a:p>
        </p:txBody>
      </p:sp>
    </p:spTree>
    <p:extLst>
      <p:ext uri="{BB962C8B-B14F-4D97-AF65-F5344CB8AC3E}">
        <p14:creationId xmlns:p14="http://schemas.microsoft.com/office/powerpoint/2010/main" val="1909107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r>
              <a:rPr lang="nb-NO"/>
              <a:t>Revidert 2 | 1/2 - Litt mer grafisk utformet</a:t>
            </a:r>
          </a:p>
        </p:txBody>
      </p:sp>
      <p:sp>
        <p:nvSpPr>
          <p:cNvPr id="4" name="Plassholder for lysbildenummer 3"/>
          <p:cNvSpPr>
            <a:spLocks noGrp="1"/>
          </p:cNvSpPr>
          <p:nvPr>
            <p:ph type="sldNum" sz="quarter" idx="5"/>
          </p:nvPr>
        </p:nvSpPr>
        <p:spPr/>
        <p:txBody>
          <a:bodyPr/>
          <a:lstStyle/>
          <a:p>
            <a:fld id="{32226C91-ECB9-4852-ACEC-8CBC08F8B0B6}" type="slidenum">
              <a:rPr lang="nb-NO" smtClean="0"/>
              <a:t>4</a:t>
            </a:fld>
            <a:endParaRPr lang="nb-NO"/>
          </a:p>
        </p:txBody>
      </p:sp>
    </p:spTree>
    <p:extLst>
      <p:ext uri="{BB962C8B-B14F-4D97-AF65-F5344CB8AC3E}">
        <p14:creationId xmlns:p14="http://schemas.microsoft.com/office/powerpoint/2010/main" val="31436958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r>
              <a:rPr lang="nb-NO"/>
              <a:t>Revidert 2 | 2/2 - Her har vi med en </a:t>
            </a:r>
            <a:r>
              <a:rPr lang="nb-NO" err="1"/>
              <a:t>timetracker</a:t>
            </a:r>
            <a:r>
              <a:rPr lang="nb-NO"/>
              <a:t> for å redegjøre for timene</a:t>
            </a:r>
          </a:p>
        </p:txBody>
      </p:sp>
      <p:sp>
        <p:nvSpPr>
          <p:cNvPr id="4" name="Plassholder for lysbildenummer 3"/>
          <p:cNvSpPr>
            <a:spLocks noGrp="1"/>
          </p:cNvSpPr>
          <p:nvPr>
            <p:ph type="sldNum" sz="quarter" idx="5"/>
          </p:nvPr>
        </p:nvSpPr>
        <p:spPr/>
        <p:txBody>
          <a:bodyPr/>
          <a:lstStyle/>
          <a:p>
            <a:fld id="{32226C91-ECB9-4852-ACEC-8CBC08F8B0B6}" type="slidenum">
              <a:rPr lang="nb-NO" smtClean="0"/>
              <a:t>5</a:t>
            </a:fld>
            <a:endParaRPr lang="nb-NO"/>
          </a:p>
        </p:txBody>
      </p:sp>
    </p:spTree>
    <p:extLst>
      <p:ext uri="{BB962C8B-B14F-4D97-AF65-F5344CB8AC3E}">
        <p14:creationId xmlns:p14="http://schemas.microsoft.com/office/powerpoint/2010/main" val="29145814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r>
              <a:rPr lang="nb-NO"/>
              <a:t>PLANNING: </a:t>
            </a:r>
            <a:r>
              <a:rPr lang="nb-NO" err="1"/>
              <a:t>why</a:t>
            </a:r>
            <a:r>
              <a:rPr lang="nb-NO"/>
              <a:t> </a:t>
            </a:r>
            <a:r>
              <a:rPr lang="nb-NO" err="1"/>
              <a:t>build</a:t>
            </a:r>
            <a:r>
              <a:rPr lang="nb-NO"/>
              <a:t> </a:t>
            </a:r>
            <a:r>
              <a:rPr lang="nb-NO" err="1"/>
              <a:t>this</a:t>
            </a:r>
            <a:r>
              <a:rPr lang="nb-NO"/>
              <a:t> system? Identifisere </a:t>
            </a:r>
            <a:r>
              <a:rPr lang="nb-NO" err="1"/>
              <a:t>scope</a:t>
            </a:r>
            <a:r>
              <a:rPr lang="nb-NO"/>
              <a:t> problemet || </a:t>
            </a:r>
            <a:r>
              <a:rPr lang="nb-NO" err="1"/>
              <a:t>how</a:t>
            </a:r>
            <a:r>
              <a:rPr lang="nb-NO"/>
              <a:t> to </a:t>
            </a:r>
            <a:r>
              <a:rPr lang="nb-NO" err="1"/>
              <a:t>structure</a:t>
            </a:r>
            <a:r>
              <a:rPr lang="nb-NO"/>
              <a:t> </a:t>
            </a:r>
            <a:r>
              <a:rPr lang="nb-NO" err="1"/>
              <a:t>project</a:t>
            </a:r>
            <a:r>
              <a:rPr lang="nb-NO"/>
              <a:t>, </a:t>
            </a:r>
            <a:r>
              <a:rPr lang="nb-NO" err="1"/>
              <a:t>scope</a:t>
            </a:r>
            <a:r>
              <a:rPr lang="nb-NO"/>
              <a:t>, </a:t>
            </a:r>
            <a:r>
              <a:rPr lang="nb-NO" err="1"/>
              <a:t>documentation</a:t>
            </a:r>
            <a:r>
              <a:rPr lang="nb-NO"/>
              <a:t>, </a:t>
            </a:r>
            <a:r>
              <a:rPr lang="nb-NO" err="1"/>
              <a:t>timeboxing</a:t>
            </a:r>
            <a:r>
              <a:rPr lang="nb-NO"/>
              <a:t>, risk management || ANALYSE hvem hva, hvor når? Intervju, JAD || DESIGN hvordan fungerer det? Maskin og programvareutvalg, systemspesifikasjon || IMPLEMENTERING</a:t>
            </a:r>
          </a:p>
        </p:txBody>
      </p:sp>
      <p:sp>
        <p:nvSpPr>
          <p:cNvPr id="4" name="Plassholder for lysbildenummer 3"/>
          <p:cNvSpPr>
            <a:spLocks noGrp="1"/>
          </p:cNvSpPr>
          <p:nvPr>
            <p:ph type="sldNum" sz="quarter" idx="5"/>
          </p:nvPr>
        </p:nvSpPr>
        <p:spPr/>
        <p:txBody>
          <a:bodyPr/>
          <a:lstStyle/>
          <a:p>
            <a:fld id="{32226C91-ECB9-4852-ACEC-8CBC08F8B0B6}" type="slidenum">
              <a:rPr lang="nb-NO" smtClean="0"/>
              <a:t>6</a:t>
            </a:fld>
            <a:endParaRPr lang="nb-NO"/>
          </a:p>
        </p:txBody>
      </p:sp>
    </p:spTree>
    <p:extLst>
      <p:ext uri="{BB962C8B-B14F-4D97-AF65-F5344CB8AC3E}">
        <p14:creationId xmlns:p14="http://schemas.microsoft.com/office/powerpoint/2010/main" val="13598853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SWOT-</a:t>
            </a:r>
            <a:r>
              <a:rPr lang="en-US" err="1">
                <a:cs typeface="Calibri"/>
              </a:rPr>
              <a:t>matrise</a:t>
            </a:r>
            <a:r>
              <a:rPr lang="en-US">
                <a:cs typeface="Calibri"/>
              </a:rPr>
              <a:t> 1/2</a:t>
            </a:r>
          </a:p>
        </p:txBody>
      </p:sp>
      <p:sp>
        <p:nvSpPr>
          <p:cNvPr id="4" name="Slide Number Placeholder 3"/>
          <p:cNvSpPr>
            <a:spLocks noGrp="1"/>
          </p:cNvSpPr>
          <p:nvPr>
            <p:ph type="sldNum" sz="quarter" idx="5"/>
          </p:nvPr>
        </p:nvSpPr>
        <p:spPr/>
        <p:txBody>
          <a:bodyPr/>
          <a:lstStyle/>
          <a:p>
            <a:fld id="{32226C91-ECB9-4852-ACEC-8CBC08F8B0B6}" type="slidenum">
              <a:t>7</a:t>
            </a:fld>
            <a:endParaRPr lang="en-US"/>
          </a:p>
        </p:txBody>
      </p:sp>
    </p:spTree>
    <p:extLst>
      <p:ext uri="{BB962C8B-B14F-4D97-AF65-F5344CB8AC3E}">
        <p14:creationId xmlns:p14="http://schemas.microsoft.com/office/powerpoint/2010/main" val="3317363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SWOT-</a:t>
            </a:r>
            <a:r>
              <a:rPr lang="en-US" err="1">
                <a:cs typeface="Calibri"/>
              </a:rPr>
              <a:t>matrise</a:t>
            </a:r>
            <a:r>
              <a:rPr lang="en-US">
                <a:cs typeface="Calibri"/>
              </a:rPr>
              <a:t> 2/2</a:t>
            </a:r>
          </a:p>
        </p:txBody>
      </p:sp>
      <p:sp>
        <p:nvSpPr>
          <p:cNvPr id="4" name="Slide Number Placeholder 3"/>
          <p:cNvSpPr>
            <a:spLocks noGrp="1"/>
          </p:cNvSpPr>
          <p:nvPr>
            <p:ph type="sldNum" sz="quarter" idx="5"/>
          </p:nvPr>
        </p:nvSpPr>
        <p:spPr/>
        <p:txBody>
          <a:bodyPr/>
          <a:lstStyle/>
          <a:p>
            <a:fld id="{32226C91-ECB9-4852-ACEC-8CBC08F8B0B6}" type="slidenum">
              <a:t>8</a:t>
            </a:fld>
            <a:endParaRPr lang="en-US"/>
          </a:p>
        </p:txBody>
      </p:sp>
    </p:spTree>
    <p:extLst>
      <p:ext uri="{BB962C8B-B14F-4D97-AF65-F5344CB8AC3E}">
        <p14:creationId xmlns:p14="http://schemas.microsoft.com/office/powerpoint/2010/main" val="22559393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endParaRPr lang="en-US"/>
          </a:p>
        </p:txBody>
      </p:sp>
      <p:sp>
        <p:nvSpPr>
          <p:cNvPr id="3" name="Undertit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endParaRPr lang="en-US"/>
          </a:p>
        </p:txBody>
      </p:sp>
      <p:sp>
        <p:nvSpPr>
          <p:cNvPr id="4" name="Plassholder for dato 3"/>
          <p:cNvSpPr>
            <a:spLocks noGrp="1"/>
          </p:cNvSpPr>
          <p:nvPr>
            <p:ph type="dt" sz="half" idx="10"/>
          </p:nvPr>
        </p:nvSpPr>
        <p:spPr/>
        <p:txBody>
          <a:bodyPr/>
          <a:lstStyle/>
          <a:p>
            <a:fld id="{28543BDC-0553-40FA-A4DB-EDAAA606CFF6}" type="datetimeFigureOut">
              <a:rPr lang="en-US" smtClean="0"/>
              <a:t>2/6/2024</a:t>
            </a:fld>
            <a:endParaRPr lang="en-US"/>
          </a:p>
        </p:txBody>
      </p:sp>
      <p:sp>
        <p:nvSpPr>
          <p:cNvPr id="5" name="Plassholder for bunntekst 4"/>
          <p:cNvSpPr>
            <a:spLocks noGrp="1"/>
          </p:cNvSpPr>
          <p:nvPr>
            <p:ph type="ftr" sz="quarter" idx="11"/>
          </p:nvPr>
        </p:nvSpPr>
        <p:spPr/>
        <p:txBody>
          <a:bodyPr/>
          <a:lstStyle/>
          <a:p>
            <a:endParaRPr lang="en-US"/>
          </a:p>
        </p:txBody>
      </p:sp>
      <p:sp>
        <p:nvSpPr>
          <p:cNvPr id="6" name="Plassholder for lysbildenummer 5"/>
          <p:cNvSpPr>
            <a:spLocks noGrp="1"/>
          </p:cNvSpPr>
          <p:nvPr>
            <p:ph type="sldNum" sz="quarter" idx="12"/>
          </p:nvPr>
        </p:nvSpPr>
        <p:spPr/>
        <p:txBody>
          <a:bodyPr/>
          <a:lstStyle/>
          <a:p>
            <a:fld id="{BE9AD569-83DD-4E5B-AF97-63825DE45633}" type="slidenum">
              <a:rPr lang="en-US" smtClean="0"/>
              <a:t>‹#›</a:t>
            </a:fld>
            <a:endParaRPr lang="en-US"/>
          </a:p>
        </p:txBody>
      </p:sp>
    </p:spTree>
    <p:extLst>
      <p:ext uri="{BB962C8B-B14F-4D97-AF65-F5344CB8AC3E}">
        <p14:creationId xmlns:p14="http://schemas.microsoft.com/office/powerpoint/2010/main" val="1137542638"/>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endParaRPr lang="en-US"/>
          </a:p>
        </p:txBody>
      </p:sp>
      <p:sp>
        <p:nvSpPr>
          <p:cNvPr id="3" name="Plassholder for innhold 2"/>
          <p:cNvSpPr>
            <a:spLocks noGrp="1"/>
          </p:cNvSpPr>
          <p:nvPr>
            <p:ph idx="1"/>
          </p:nvPr>
        </p:nvSpPr>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en-US"/>
          </a:p>
        </p:txBody>
      </p:sp>
      <p:sp>
        <p:nvSpPr>
          <p:cNvPr id="4" name="Plassholder for dato 3"/>
          <p:cNvSpPr>
            <a:spLocks noGrp="1"/>
          </p:cNvSpPr>
          <p:nvPr>
            <p:ph type="dt" sz="half" idx="10"/>
          </p:nvPr>
        </p:nvSpPr>
        <p:spPr/>
        <p:txBody>
          <a:bodyPr/>
          <a:lstStyle/>
          <a:p>
            <a:fld id="{28543BDC-0553-40FA-A4DB-EDAAA606CFF6}" type="datetimeFigureOut">
              <a:rPr lang="en-US" smtClean="0"/>
              <a:t>2/6/2024</a:t>
            </a:fld>
            <a:endParaRPr lang="en-US"/>
          </a:p>
        </p:txBody>
      </p:sp>
      <p:sp>
        <p:nvSpPr>
          <p:cNvPr id="5" name="Plassholder for bunntekst 4"/>
          <p:cNvSpPr>
            <a:spLocks noGrp="1"/>
          </p:cNvSpPr>
          <p:nvPr>
            <p:ph type="ftr" sz="quarter" idx="11"/>
          </p:nvPr>
        </p:nvSpPr>
        <p:spPr/>
        <p:txBody>
          <a:bodyPr/>
          <a:lstStyle/>
          <a:p>
            <a:endParaRPr lang="en-US"/>
          </a:p>
        </p:txBody>
      </p:sp>
      <p:sp>
        <p:nvSpPr>
          <p:cNvPr id="6" name="Plassholder for lysbildenummer 5"/>
          <p:cNvSpPr>
            <a:spLocks noGrp="1"/>
          </p:cNvSpPr>
          <p:nvPr>
            <p:ph type="sldNum" sz="quarter" idx="12"/>
          </p:nvPr>
        </p:nvSpPr>
        <p:spPr/>
        <p:txBody>
          <a:bodyPr/>
          <a:lstStyle/>
          <a:p>
            <a:fld id="{BE9AD569-83DD-4E5B-AF97-63825DE45633}" type="slidenum">
              <a:rPr lang="en-US" smtClean="0"/>
              <a:t>‹#›</a:t>
            </a:fld>
            <a:endParaRPr lang="en-US"/>
          </a:p>
        </p:txBody>
      </p:sp>
    </p:spTree>
    <p:extLst>
      <p:ext uri="{BB962C8B-B14F-4D97-AF65-F5344CB8AC3E}">
        <p14:creationId xmlns:p14="http://schemas.microsoft.com/office/powerpoint/2010/main" val="3074127366"/>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p:cNvSpPr>
            <a:spLocks noGrp="1"/>
          </p:cNvSpPr>
          <p:nvPr>
            <p:ph type="title"/>
          </p:nvPr>
        </p:nvSpPr>
        <p:spPr>
          <a:xfrm>
            <a:off x="831850" y="1709738"/>
            <a:ext cx="10515600" cy="2852737"/>
          </a:xfrm>
        </p:spPr>
        <p:txBody>
          <a:bodyPr anchor="b"/>
          <a:lstStyle>
            <a:lvl1pPr>
              <a:defRPr sz="6000"/>
            </a:lvl1pPr>
          </a:lstStyle>
          <a:p>
            <a:r>
              <a:rPr lang="nb-NO"/>
              <a:t>Klikk for å redigere tittelstil</a:t>
            </a:r>
            <a:endParaRPr lang="en-US"/>
          </a:p>
        </p:txBody>
      </p:sp>
      <p:sp>
        <p:nvSpPr>
          <p:cNvPr id="3" name="Plassholder for tekst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b-NO"/>
              <a:t>Klikk for å redigere tekststiler i malen</a:t>
            </a:r>
          </a:p>
        </p:txBody>
      </p:sp>
      <p:sp>
        <p:nvSpPr>
          <p:cNvPr id="4" name="Plassholder for dato 3"/>
          <p:cNvSpPr>
            <a:spLocks noGrp="1"/>
          </p:cNvSpPr>
          <p:nvPr>
            <p:ph type="dt" sz="half" idx="10"/>
          </p:nvPr>
        </p:nvSpPr>
        <p:spPr/>
        <p:txBody>
          <a:bodyPr/>
          <a:lstStyle/>
          <a:p>
            <a:fld id="{28543BDC-0553-40FA-A4DB-EDAAA606CFF6}" type="datetimeFigureOut">
              <a:rPr lang="en-US" smtClean="0"/>
              <a:t>2/6/2024</a:t>
            </a:fld>
            <a:endParaRPr lang="en-US"/>
          </a:p>
        </p:txBody>
      </p:sp>
      <p:sp>
        <p:nvSpPr>
          <p:cNvPr id="5" name="Plassholder for bunntekst 4"/>
          <p:cNvSpPr>
            <a:spLocks noGrp="1"/>
          </p:cNvSpPr>
          <p:nvPr>
            <p:ph type="ftr" sz="quarter" idx="11"/>
          </p:nvPr>
        </p:nvSpPr>
        <p:spPr/>
        <p:txBody>
          <a:bodyPr/>
          <a:lstStyle/>
          <a:p>
            <a:endParaRPr lang="en-US"/>
          </a:p>
        </p:txBody>
      </p:sp>
      <p:sp>
        <p:nvSpPr>
          <p:cNvPr id="6" name="Plassholder for lysbildenummer 5"/>
          <p:cNvSpPr>
            <a:spLocks noGrp="1"/>
          </p:cNvSpPr>
          <p:nvPr>
            <p:ph type="sldNum" sz="quarter" idx="12"/>
          </p:nvPr>
        </p:nvSpPr>
        <p:spPr/>
        <p:txBody>
          <a:bodyPr/>
          <a:lstStyle/>
          <a:p>
            <a:fld id="{BE9AD569-83DD-4E5B-AF97-63825DE45633}" type="slidenum">
              <a:rPr lang="en-US" smtClean="0"/>
              <a:t>‹#›</a:t>
            </a:fld>
            <a:endParaRPr lang="en-US"/>
          </a:p>
        </p:txBody>
      </p:sp>
    </p:spTree>
    <p:extLst>
      <p:ext uri="{BB962C8B-B14F-4D97-AF65-F5344CB8AC3E}">
        <p14:creationId xmlns:p14="http://schemas.microsoft.com/office/powerpoint/2010/main" val="2697081350"/>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endParaRPr lang="en-US"/>
          </a:p>
        </p:txBody>
      </p:sp>
      <p:sp>
        <p:nvSpPr>
          <p:cNvPr id="3" name="Plassholder for innhold 2"/>
          <p:cNvSpPr>
            <a:spLocks noGrp="1"/>
          </p:cNvSpPr>
          <p:nvPr>
            <p:ph sz="half" idx="1"/>
          </p:nvPr>
        </p:nvSpPr>
        <p:spPr>
          <a:xfrm>
            <a:off x="838200" y="1825625"/>
            <a:ext cx="5181600" cy="435133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en-US"/>
          </a:p>
        </p:txBody>
      </p:sp>
      <p:sp>
        <p:nvSpPr>
          <p:cNvPr id="4" name="Plassholder for innhold 3"/>
          <p:cNvSpPr>
            <a:spLocks noGrp="1"/>
          </p:cNvSpPr>
          <p:nvPr>
            <p:ph sz="half" idx="2"/>
          </p:nvPr>
        </p:nvSpPr>
        <p:spPr>
          <a:xfrm>
            <a:off x="6172200" y="1825625"/>
            <a:ext cx="5181600" cy="435133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en-US"/>
          </a:p>
        </p:txBody>
      </p:sp>
      <p:sp>
        <p:nvSpPr>
          <p:cNvPr id="5" name="Plassholder for dato 4"/>
          <p:cNvSpPr>
            <a:spLocks noGrp="1"/>
          </p:cNvSpPr>
          <p:nvPr>
            <p:ph type="dt" sz="half" idx="10"/>
          </p:nvPr>
        </p:nvSpPr>
        <p:spPr/>
        <p:txBody>
          <a:bodyPr/>
          <a:lstStyle/>
          <a:p>
            <a:fld id="{28543BDC-0553-40FA-A4DB-EDAAA606CFF6}" type="datetimeFigureOut">
              <a:rPr lang="en-US" smtClean="0"/>
              <a:t>2/6/2024</a:t>
            </a:fld>
            <a:endParaRPr lang="en-US"/>
          </a:p>
        </p:txBody>
      </p:sp>
      <p:sp>
        <p:nvSpPr>
          <p:cNvPr id="6" name="Plassholder for bunntekst 5"/>
          <p:cNvSpPr>
            <a:spLocks noGrp="1"/>
          </p:cNvSpPr>
          <p:nvPr>
            <p:ph type="ftr" sz="quarter" idx="11"/>
          </p:nvPr>
        </p:nvSpPr>
        <p:spPr/>
        <p:txBody>
          <a:bodyPr/>
          <a:lstStyle/>
          <a:p>
            <a:endParaRPr lang="en-US"/>
          </a:p>
        </p:txBody>
      </p:sp>
      <p:sp>
        <p:nvSpPr>
          <p:cNvPr id="7" name="Plassholder for lysbildenummer 6"/>
          <p:cNvSpPr>
            <a:spLocks noGrp="1"/>
          </p:cNvSpPr>
          <p:nvPr>
            <p:ph type="sldNum" sz="quarter" idx="12"/>
          </p:nvPr>
        </p:nvSpPr>
        <p:spPr/>
        <p:txBody>
          <a:bodyPr/>
          <a:lstStyle/>
          <a:p>
            <a:fld id="{BE9AD569-83DD-4E5B-AF97-63825DE45633}" type="slidenum">
              <a:rPr lang="en-US" smtClean="0"/>
              <a:t>‹#›</a:t>
            </a:fld>
            <a:endParaRPr lang="en-US"/>
          </a:p>
        </p:txBody>
      </p:sp>
    </p:spTree>
    <p:extLst>
      <p:ext uri="{BB962C8B-B14F-4D97-AF65-F5344CB8AC3E}">
        <p14:creationId xmlns:p14="http://schemas.microsoft.com/office/powerpoint/2010/main" val="2764821704"/>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a:xfrm>
            <a:off x="839788" y="365125"/>
            <a:ext cx="10515600" cy="1325563"/>
          </a:xfrm>
        </p:spPr>
        <p:txBody>
          <a:bodyPr/>
          <a:lstStyle/>
          <a:p>
            <a:r>
              <a:rPr lang="nb-NO"/>
              <a:t>Klikk for å redigere tittelstil</a:t>
            </a:r>
            <a:endParaRPr lang="en-US"/>
          </a:p>
        </p:txBody>
      </p:sp>
      <p:sp>
        <p:nvSpPr>
          <p:cNvPr id="3" name="Plassholder f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Klikk for å redigere tekststiler i malen</a:t>
            </a:r>
          </a:p>
        </p:txBody>
      </p:sp>
      <p:sp>
        <p:nvSpPr>
          <p:cNvPr id="4" name="Plassholder for innhold 3"/>
          <p:cNvSpPr>
            <a:spLocks noGrp="1"/>
          </p:cNvSpPr>
          <p:nvPr>
            <p:ph sz="half" idx="2"/>
          </p:nvPr>
        </p:nvSpPr>
        <p:spPr>
          <a:xfrm>
            <a:off x="839788" y="2505075"/>
            <a:ext cx="5157787" cy="368458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en-US"/>
          </a:p>
        </p:txBody>
      </p:sp>
      <p:sp>
        <p:nvSpPr>
          <p:cNvPr id="5" name="Plassholder f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Klikk for å redigere tekststiler i malen</a:t>
            </a:r>
          </a:p>
        </p:txBody>
      </p:sp>
      <p:sp>
        <p:nvSpPr>
          <p:cNvPr id="6" name="Plassholder for innhold 5"/>
          <p:cNvSpPr>
            <a:spLocks noGrp="1"/>
          </p:cNvSpPr>
          <p:nvPr>
            <p:ph sz="quarter" idx="4"/>
          </p:nvPr>
        </p:nvSpPr>
        <p:spPr>
          <a:xfrm>
            <a:off x="6172200" y="2505075"/>
            <a:ext cx="5183188" cy="368458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en-US"/>
          </a:p>
        </p:txBody>
      </p:sp>
      <p:sp>
        <p:nvSpPr>
          <p:cNvPr id="7" name="Plassholder for dato 6"/>
          <p:cNvSpPr>
            <a:spLocks noGrp="1"/>
          </p:cNvSpPr>
          <p:nvPr>
            <p:ph type="dt" sz="half" idx="10"/>
          </p:nvPr>
        </p:nvSpPr>
        <p:spPr/>
        <p:txBody>
          <a:bodyPr/>
          <a:lstStyle/>
          <a:p>
            <a:fld id="{28543BDC-0553-40FA-A4DB-EDAAA606CFF6}" type="datetimeFigureOut">
              <a:rPr lang="en-US" smtClean="0"/>
              <a:t>2/6/2024</a:t>
            </a:fld>
            <a:endParaRPr lang="en-US"/>
          </a:p>
        </p:txBody>
      </p:sp>
      <p:sp>
        <p:nvSpPr>
          <p:cNvPr id="8" name="Plassholder for bunntekst 7"/>
          <p:cNvSpPr>
            <a:spLocks noGrp="1"/>
          </p:cNvSpPr>
          <p:nvPr>
            <p:ph type="ftr" sz="quarter" idx="11"/>
          </p:nvPr>
        </p:nvSpPr>
        <p:spPr/>
        <p:txBody>
          <a:bodyPr/>
          <a:lstStyle/>
          <a:p>
            <a:endParaRPr lang="en-US"/>
          </a:p>
        </p:txBody>
      </p:sp>
      <p:sp>
        <p:nvSpPr>
          <p:cNvPr id="9" name="Plassholder for lysbildenummer 8"/>
          <p:cNvSpPr>
            <a:spLocks noGrp="1"/>
          </p:cNvSpPr>
          <p:nvPr>
            <p:ph type="sldNum" sz="quarter" idx="12"/>
          </p:nvPr>
        </p:nvSpPr>
        <p:spPr/>
        <p:txBody>
          <a:bodyPr/>
          <a:lstStyle/>
          <a:p>
            <a:fld id="{BE9AD569-83DD-4E5B-AF97-63825DE45633}" type="slidenum">
              <a:rPr lang="en-US" smtClean="0"/>
              <a:t>‹#›</a:t>
            </a:fld>
            <a:endParaRPr lang="en-US"/>
          </a:p>
        </p:txBody>
      </p:sp>
    </p:spTree>
    <p:extLst>
      <p:ext uri="{BB962C8B-B14F-4D97-AF65-F5344CB8AC3E}">
        <p14:creationId xmlns:p14="http://schemas.microsoft.com/office/powerpoint/2010/main" val="4043207736"/>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endParaRPr lang="en-US"/>
          </a:p>
        </p:txBody>
      </p:sp>
      <p:sp>
        <p:nvSpPr>
          <p:cNvPr id="3" name="Plassholder for dato 2"/>
          <p:cNvSpPr>
            <a:spLocks noGrp="1"/>
          </p:cNvSpPr>
          <p:nvPr>
            <p:ph type="dt" sz="half" idx="10"/>
          </p:nvPr>
        </p:nvSpPr>
        <p:spPr/>
        <p:txBody>
          <a:bodyPr/>
          <a:lstStyle/>
          <a:p>
            <a:fld id="{28543BDC-0553-40FA-A4DB-EDAAA606CFF6}" type="datetimeFigureOut">
              <a:rPr lang="en-US" smtClean="0"/>
              <a:t>2/6/2024</a:t>
            </a:fld>
            <a:endParaRPr lang="en-US"/>
          </a:p>
        </p:txBody>
      </p:sp>
      <p:sp>
        <p:nvSpPr>
          <p:cNvPr id="4" name="Plassholder for bunntekst 3"/>
          <p:cNvSpPr>
            <a:spLocks noGrp="1"/>
          </p:cNvSpPr>
          <p:nvPr>
            <p:ph type="ftr" sz="quarter" idx="11"/>
          </p:nvPr>
        </p:nvSpPr>
        <p:spPr/>
        <p:txBody>
          <a:bodyPr/>
          <a:lstStyle/>
          <a:p>
            <a:endParaRPr lang="en-US"/>
          </a:p>
        </p:txBody>
      </p:sp>
      <p:sp>
        <p:nvSpPr>
          <p:cNvPr id="5" name="Plassholder for lysbildenummer 4"/>
          <p:cNvSpPr>
            <a:spLocks noGrp="1"/>
          </p:cNvSpPr>
          <p:nvPr>
            <p:ph type="sldNum" sz="quarter" idx="12"/>
          </p:nvPr>
        </p:nvSpPr>
        <p:spPr/>
        <p:txBody>
          <a:bodyPr/>
          <a:lstStyle/>
          <a:p>
            <a:fld id="{BE9AD569-83DD-4E5B-AF97-63825DE45633}" type="slidenum">
              <a:rPr lang="en-US" smtClean="0"/>
              <a:t>‹#›</a:t>
            </a:fld>
            <a:endParaRPr lang="en-US"/>
          </a:p>
        </p:txBody>
      </p:sp>
    </p:spTree>
    <p:extLst>
      <p:ext uri="{BB962C8B-B14F-4D97-AF65-F5344CB8AC3E}">
        <p14:creationId xmlns:p14="http://schemas.microsoft.com/office/powerpoint/2010/main" val="3347560075"/>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28543BDC-0553-40FA-A4DB-EDAAA606CFF6}" type="datetimeFigureOut">
              <a:rPr lang="en-US" smtClean="0"/>
              <a:t>2/6/2024</a:t>
            </a:fld>
            <a:endParaRPr lang="en-US"/>
          </a:p>
        </p:txBody>
      </p:sp>
      <p:sp>
        <p:nvSpPr>
          <p:cNvPr id="3" name="Plassholder for bunntekst 2"/>
          <p:cNvSpPr>
            <a:spLocks noGrp="1"/>
          </p:cNvSpPr>
          <p:nvPr>
            <p:ph type="ftr" sz="quarter" idx="11"/>
          </p:nvPr>
        </p:nvSpPr>
        <p:spPr/>
        <p:txBody>
          <a:bodyPr/>
          <a:lstStyle/>
          <a:p>
            <a:endParaRPr lang="en-US"/>
          </a:p>
        </p:txBody>
      </p:sp>
      <p:sp>
        <p:nvSpPr>
          <p:cNvPr id="4" name="Plassholder for lysbildenummer 3"/>
          <p:cNvSpPr>
            <a:spLocks noGrp="1"/>
          </p:cNvSpPr>
          <p:nvPr>
            <p:ph type="sldNum" sz="quarter" idx="12"/>
          </p:nvPr>
        </p:nvSpPr>
        <p:spPr/>
        <p:txBody>
          <a:bodyPr/>
          <a:lstStyle/>
          <a:p>
            <a:fld id="{BE9AD569-83DD-4E5B-AF97-63825DE45633}" type="slidenum">
              <a:rPr lang="en-US" smtClean="0"/>
              <a:t>‹#›</a:t>
            </a:fld>
            <a:endParaRPr lang="en-US"/>
          </a:p>
        </p:txBody>
      </p:sp>
    </p:spTree>
    <p:extLst>
      <p:ext uri="{BB962C8B-B14F-4D97-AF65-F5344CB8AC3E}">
        <p14:creationId xmlns:p14="http://schemas.microsoft.com/office/powerpoint/2010/main" val="1086863534"/>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endParaRPr lang="en-US"/>
          </a:p>
        </p:txBody>
      </p:sp>
      <p:sp>
        <p:nvSpPr>
          <p:cNvPr id="3" name="Plassholder for innhol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en-US"/>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Klikk for å redigere tekststiler i malen</a:t>
            </a:r>
          </a:p>
        </p:txBody>
      </p:sp>
      <p:sp>
        <p:nvSpPr>
          <p:cNvPr id="5" name="Plassholder for dato 4"/>
          <p:cNvSpPr>
            <a:spLocks noGrp="1"/>
          </p:cNvSpPr>
          <p:nvPr>
            <p:ph type="dt" sz="half" idx="10"/>
          </p:nvPr>
        </p:nvSpPr>
        <p:spPr/>
        <p:txBody>
          <a:bodyPr/>
          <a:lstStyle/>
          <a:p>
            <a:fld id="{28543BDC-0553-40FA-A4DB-EDAAA606CFF6}" type="datetimeFigureOut">
              <a:rPr lang="en-US" smtClean="0"/>
              <a:t>2/6/2024</a:t>
            </a:fld>
            <a:endParaRPr lang="en-US"/>
          </a:p>
        </p:txBody>
      </p:sp>
      <p:sp>
        <p:nvSpPr>
          <p:cNvPr id="6" name="Plassholder for bunntekst 5"/>
          <p:cNvSpPr>
            <a:spLocks noGrp="1"/>
          </p:cNvSpPr>
          <p:nvPr>
            <p:ph type="ftr" sz="quarter" idx="11"/>
          </p:nvPr>
        </p:nvSpPr>
        <p:spPr/>
        <p:txBody>
          <a:bodyPr/>
          <a:lstStyle/>
          <a:p>
            <a:endParaRPr lang="en-US"/>
          </a:p>
        </p:txBody>
      </p:sp>
      <p:sp>
        <p:nvSpPr>
          <p:cNvPr id="7" name="Plassholder for lysbildenummer 6"/>
          <p:cNvSpPr>
            <a:spLocks noGrp="1"/>
          </p:cNvSpPr>
          <p:nvPr>
            <p:ph type="sldNum" sz="quarter" idx="12"/>
          </p:nvPr>
        </p:nvSpPr>
        <p:spPr/>
        <p:txBody>
          <a:bodyPr/>
          <a:lstStyle/>
          <a:p>
            <a:fld id="{BE9AD569-83DD-4E5B-AF97-63825DE45633}" type="slidenum">
              <a:rPr lang="en-US" smtClean="0"/>
              <a:t>‹#›</a:t>
            </a:fld>
            <a:endParaRPr lang="en-US"/>
          </a:p>
        </p:txBody>
      </p:sp>
    </p:spTree>
    <p:extLst>
      <p:ext uri="{BB962C8B-B14F-4D97-AF65-F5344CB8AC3E}">
        <p14:creationId xmlns:p14="http://schemas.microsoft.com/office/powerpoint/2010/main" val="1635284649"/>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endParaRPr lang="en-US"/>
          </a:p>
        </p:txBody>
      </p:sp>
      <p:sp>
        <p:nvSpPr>
          <p:cNvPr id="3" name="Plassholder for bild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Klikk for å redigere tekststiler i malen</a:t>
            </a:r>
          </a:p>
        </p:txBody>
      </p:sp>
      <p:sp>
        <p:nvSpPr>
          <p:cNvPr id="5" name="Plassholder for dato 4"/>
          <p:cNvSpPr>
            <a:spLocks noGrp="1"/>
          </p:cNvSpPr>
          <p:nvPr>
            <p:ph type="dt" sz="half" idx="10"/>
          </p:nvPr>
        </p:nvSpPr>
        <p:spPr/>
        <p:txBody>
          <a:bodyPr/>
          <a:lstStyle/>
          <a:p>
            <a:fld id="{28543BDC-0553-40FA-A4DB-EDAAA606CFF6}" type="datetimeFigureOut">
              <a:rPr lang="en-US" smtClean="0"/>
              <a:t>2/6/2024</a:t>
            </a:fld>
            <a:endParaRPr lang="en-US"/>
          </a:p>
        </p:txBody>
      </p:sp>
      <p:sp>
        <p:nvSpPr>
          <p:cNvPr id="6" name="Plassholder for bunntekst 5"/>
          <p:cNvSpPr>
            <a:spLocks noGrp="1"/>
          </p:cNvSpPr>
          <p:nvPr>
            <p:ph type="ftr" sz="quarter" idx="11"/>
          </p:nvPr>
        </p:nvSpPr>
        <p:spPr/>
        <p:txBody>
          <a:bodyPr/>
          <a:lstStyle/>
          <a:p>
            <a:endParaRPr lang="en-US"/>
          </a:p>
        </p:txBody>
      </p:sp>
      <p:sp>
        <p:nvSpPr>
          <p:cNvPr id="7" name="Plassholder for lysbildenummer 6"/>
          <p:cNvSpPr>
            <a:spLocks noGrp="1"/>
          </p:cNvSpPr>
          <p:nvPr>
            <p:ph type="sldNum" sz="quarter" idx="12"/>
          </p:nvPr>
        </p:nvSpPr>
        <p:spPr/>
        <p:txBody>
          <a:bodyPr/>
          <a:lstStyle/>
          <a:p>
            <a:fld id="{BE9AD569-83DD-4E5B-AF97-63825DE45633}" type="slidenum">
              <a:rPr lang="en-US" smtClean="0"/>
              <a:t>‹#›</a:t>
            </a:fld>
            <a:endParaRPr lang="en-US"/>
          </a:p>
        </p:txBody>
      </p:sp>
    </p:spTree>
    <p:extLst>
      <p:ext uri="{BB962C8B-B14F-4D97-AF65-F5344CB8AC3E}">
        <p14:creationId xmlns:p14="http://schemas.microsoft.com/office/powerpoint/2010/main" val="4132015190"/>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endParaRPr lang="en-US"/>
          </a:p>
        </p:txBody>
      </p:sp>
      <p:sp>
        <p:nvSpPr>
          <p:cNvPr id="3" name="Plassholder for loddrett tekst 2"/>
          <p:cNvSpPr>
            <a:spLocks noGrp="1"/>
          </p:cNvSpPr>
          <p:nvPr>
            <p:ph type="body" orient="vert" idx="1"/>
          </p:nvPr>
        </p:nvSpPr>
        <p:spPr/>
        <p:txBody>
          <a:bodyPr vert="eaVert"/>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en-US"/>
          </a:p>
        </p:txBody>
      </p:sp>
      <p:sp>
        <p:nvSpPr>
          <p:cNvPr id="4" name="Plassholder for dato 3"/>
          <p:cNvSpPr>
            <a:spLocks noGrp="1"/>
          </p:cNvSpPr>
          <p:nvPr>
            <p:ph type="dt" sz="half" idx="10"/>
          </p:nvPr>
        </p:nvSpPr>
        <p:spPr/>
        <p:txBody>
          <a:bodyPr/>
          <a:lstStyle/>
          <a:p>
            <a:fld id="{28543BDC-0553-40FA-A4DB-EDAAA606CFF6}" type="datetimeFigureOut">
              <a:rPr lang="en-US" smtClean="0"/>
              <a:t>2/6/2024</a:t>
            </a:fld>
            <a:endParaRPr lang="en-US"/>
          </a:p>
        </p:txBody>
      </p:sp>
      <p:sp>
        <p:nvSpPr>
          <p:cNvPr id="5" name="Plassholder for bunntekst 4"/>
          <p:cNvSpPr>
            <a:spLocks noGrp="1"/>
          </p:cNvSpPr>
          <p:nvPr>
            <p:ph type="ftr" sz="quarter" idx="11"/>
          </p:nvPr>
        </p:nvSpPr>
        <p:spPr/>
        <p:txBody>
          <a:bodyPr/>
          <a:lstStyle/>
          <a:p>
            <a:endParaRPr lang="en-US"/>
          </a:p>
        </p:txBody>
      </p:sp>
      <p:sp>
        <p:nvSpPr>
          <p:cNvPr id="6" name="Plassholder for lysbildenummer 5"/>
          <p:cNvSpPr>
            <a:spLocks noGrp="1"/>
          </p:cNvSpPr>
          <p:nvPr>
            <p:ph type="sldNum" sz="quarter" idx="12"/>
          </p:nvPr>
        </p:nvSpPr>
        <p:spPr/>
        <p:txBody>
          <a:bodyPr/>
          <a:lstStyle/>
          <a:p>
            <a:fld id="{BE9AD569-83DD-4E5B-AF97-63825DE45633}" type="slidenum">
              <a:rPr lang="en-US" smtClean="0"/>
              <a:t>‹#›</a:t>
            </a:fld>
            <a:endParaRPr lang="en-US"/>
          </a:p>
        </p:txBody>
      </p:sp>
    </p:spTree>
    <p:extLst>
      <p:ext uri="{BB962C8B-B14F-4D97-AF65-F5344CB8AC3E}">
        <p14:creationId xmlns:p14="http://schemas.microsoft.com/office/powerpoint/2010/main" val="2170980588"/>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8724900" y="365125"/>
            <a:ext cx="2628900" cy="5811838"/>
          </a:xfrm>
        </p:spPr>
        <p:txBody>
          <a:bodyPr vert="eaVert"/>
          <a:lstStyle/>
          <a:p>
            <a:r>
              <a:rPr lang="nb-NO"/>
              <a:t>Klikk for å redigere tittelstil</a:t>
            </a:r>
            <a:endParaRPr lang="en-US"/>
          </a:p>
        </p:txBody>
      </p:sp>
      <p:sp>
        <p:nvSpPr>
          <p:cNvPr id="3" name="Plassholder for loddrett tekst 2"/>
          <p:cNvSpPr>
            <a:spLocks noGrp="1"/>
          </p:cNvSpPr>
          <p:nvPr>
            <p:ph type="body" orient="vert" idx="1"/>
          </p:nvPr>
        </p:nvSpPr>
        <p:spPr>
          <a:xfrm>
            <a:off x="838200" y="365125"/>
            <a:ext cx="7734300" cy="5811838"/>
          </a:xfrm>
        </p:spPr>
        <p:txBody>
          <a:bodyPr vert="eaVert"/>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en-US"/>
          </a:p>
        </p:txBody>
      </p:sp>
      <p:sp>
        <p:nvSpPr>
          <p:cNvPr id="4" name="Plassholder for dato 3"/>
          <p:cNvSpPr>
            <a:spLocks noGrp="1"/>
          </p:cNvSpPr>
          <p:nvPr>
            <p:ph type="dt" sz="half" idx="10"/>
          </p:nvPr>
        </p:nvSpPr>
        <p:spPr/>
        <p:txBody>
          <a:bodyPr/>
          <a:lstStyle/>
          <a:p>
            <a:fld id="{28543BDC-0553-40FA-A4DB-EDAAA606CFF6}" type="datetimeFigureOut">
              <a:rPr lang="en-US" smtClean="0"/>
              <a:t>2/6/2024</a:t>
            </a:fld>
            <a:endParaRPr lang="en-US"/>
          </a:p>
        </p:txBody>
      </p:sp>
      <p:sp>
        <p:nvSpPr>
          <p:cNvPr id="5" name="Plassholder for bunntekst 4"/>
          <p:cNvSpPr>
            <a:spLocks noGrp="1"/>
          </p:cNvSpPr>
          <p:nvPr>
            <p:ph type="ftr" sz="quarter" idx="11"/>
          </p:nvPr>
        </p:nvSpPr>
        <p:spPr/>
        <p:txBody>
          <a:bodyPr/>
          <a:lstStyle/>
          <a:p>
            <a:endParaRPr lang="en-US"/>
          </a:p>
        </p:txBody>
      </p:sp>
      <p:sp>
        <p:nvSpPr>
          <p:cNvPr id="6" name="Plassholder for lysbildenummer 5"/>
          <p:cNvSpPr>
            <a:spLocks noGrp="1"/>
          </p:cNvSpPr>
          <p:nvPr>
            <p:ph type="sldNum" sz="quarter" idx="12"/>
          </p:nvPr>
        </p:nvSpPr>
        <p:spPr/>
        <p:txBody>
          <a:bodyPr/>
          <a:lstStyle/>
          <a:p>
            <a:fld id="{BE9AD569-83DD-4E5B-AF97-63825DE45633}" type="slidenum">
              <a:rPr lang="en-US" smtClean="0"/>
              <a:t>‹#›</a:t>
            </a:fld>
            <a:endParaRPr lang="en-US"/>
          </a:p>
        </p:txBody>
      </p:sp>
    </p:spTree>
    <p:extLst>
      <p:ext uri="{BB962C8B-B14F-4D97-AF65-F5344CB8AC3E}">
        <p14:creationId xmlns:p14="http://schemas.microsoft.com/office/powerpoint/2010/main" val="557333919"/>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endParaRPr lang="en-US"/>
          </a:p>
        </p:txBody>
      </p:sp>
      <p:sp>
        <p:nvSpPr>
          <p:cNvPr id="3" name="Plassholder for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en-US"/>
          </a:p>
        </p:txBody>
      </p:sp>
      <p:sp>
        <p:nvSpPr>
          <p:cNvPr id="4" name="Plassholder for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8543BDC-0553-40FA-A4DB-EDAAA606CFF6}" type="datetimeFigureOut">
              <a:rPr lang="en-US" smtClean="0"/>
              <a:t>2/6/2024</a:t>
            </a:fld>
            <a:endParaRPr lang="en-US"/>
          </a:p>
        </p:txBody>
      </p:sp>
      <p:sp>
        <p:nvSpPr>
          <p:cNvPr id="5" name="Plassholder for bunn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Plassholder for lysbil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E9AD569-83DD-4E5B-AF97-63825DE45633}" type="slidenum">
              <a:rPr lang="en-US" smtClean="0"/>
              <a:t>‹#›</a:t>
            </a:fld>
            <a:endParaRPr lang="en-US"/>
          </a:p>
        </p:txBody>
      </p:sp>
    </p:spTree>
    <p:extLst>
      <p:ext uri="{BB962C8B-B14F-4D97-AF65-F5344CB8AC3E}">
        <p14:creationId xmlns:p14="http://schemas.microsoft.com/office/powerpoint/2010/main" val="26493195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p:txBody>
          <a:bodyPr>
            <a:normAutofit/>
            <a:scene3d>
              <a:camera prst="perspectiveAbove"/>
              <a:lightRig rig="threePt" dir="t"/>
            </a:scene3d>
          </a:bodyPr>
          <a:lstStyle/>
          <a:p>
            <a:r>
              <a:rPr lang="en-US" sz="7200" b="1">
                <a:ln w="10160">
                  <a:solidFill>
                    <a:schemeClr val="accent2">
                      <a:lumMod val="50000"/>
                    </a:schemeClr>
                  </a:solidFill>
                  <a:prstDash val="solid"/>
                </a:ln>
                <a:solidFill>
                  <a:srgbClr val="FFFFFF"/>
                </a:solidFill>
                <a:effectLst>
                  <a:outerShdw blurRad="50800" dist="38100" dir="2700000" algn="tl" rotWithShape="0">
                    <a:prstClr val="black">
                      <a:alpha val="40000"/>
                    </a:prstClr>
                  </a:outerShdw>
                </a:effectLst>
              </a:rPr>
              <a:t>Gruppe 7</a:t>
            </a:r>
          </a:p>
        </p:txBody>
      </p:sp>
      <p:sp>
        <p:nvSpPr>
          <p:cNvPr id="3" name="Undertittel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4253124984"/>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F5627-5095-5F2B-EB65-C45ECF0805CC}"/>
              </a:ext>
            </a:extLst>
          </p:cNvPr>
          <p:cNvSpPr>
            <a:spLocks noGrp="1"/>
          </p:cNvSpPr>
          <p:nvPr>
            <p:ph type="title"/>
          </p:nvPr>
        </p:nvSpPr>
        <p:spPr/>
        <p:txBody>
          <a:bodyPr/>
          <a:lstStyle/>
          <a:p>
            <a:endParaRPr lang="en-US"/>
          </a:p>
        </p:txBody>
      </p:sp>
      <p:graphicFrame>
        <p:nvGraphicFramePr>
          <p:cNvPr id="16" name="Plassholder for innhold 15">
            <a:extLst>
              <a:ext uri="{FF2B5EF4-FFF2-40B4-BE49-F238E27FC236}">
                <a16:creationId xmlns:a16="http://schemas.microsoft.com/office/drawing/2014/main" id="{6589A5F5-190C-6D33-F7E5-22786AB0FAD3}"/>
              </a:ext>
            </a:extLst>
          </p:cNvPr>
          <p:cNvGraphicFramePr>
            <a:graphicFrameLocks noGrp="1"/>
          </p:cNvGraphicFramePr>
          <p:nvPr>
            <p:ph idx="1"/>
            <p:extLst>
              <p:ext uri="{D42A27DB-BD31-4B8C-83A1-F6EECF244321}">
                <p14:modId xmlns:p14="http://schemas.microsoft.com/office/powerpoint/2010/main" val="3298095801"/>
              </p:ext>
            </p:extLst>
          </p:nvPr>
        </p:nvGraphicFramePr>
        <p:xfrm>
          <a:off x="838200" y="365125"/>
          <a:ext cx="10515601" cy="4428423"/>
        </p:xfrm>
        <a:graphic>
          <a:graphicData uri="http://schemas.openxmlformats.org/drawingml/2006/table">
            <a:tbl>
              <a:tblPr/>
              <a:tblGrid>
                <a:gridCol w="1193648">
                  <a:extLst>
                    <a:ext uri="{9D8B030D-6E8A-4147-A177-3AD203B41FA5}">
                      <a16:colId xmlns:a16="http://schemas.microsoft.com/office/drawing/2014/main" val="3113519729"/>
                    </a:ext>
                  </a:extLst>
                </a:gridCol>
                <a:gridCol w="525643">
                  <a:extLst>
                    <a:ext uri="{9D8B030D-6E8A-4147-A177-3AD203B41FA5}">
                      <a16:colId xmlns:a16="http://schemas.microsoft.com/office/drawing/2014/main" val="1249872388"/>
                    </a:ext>
                  </a:extLst>
                </a:gridCol>
                <a:gridCol w="517430">
                  <a:extLst>
                    <a:ext uri="{9D8B030D-6E8A-4147-A177-3AD203B41FA5}">
                      <a16:colId xmlns:a16="http://schemas.microsoft.com/office/drawing/2014/main" val="1550412098"/>
                    </a:ext>
                  </a:extLst>
                </a:gridCol>
                <a:gridCol w="517430">
                  <a:extLst>
                    <a:ext uri="{9D8B030D-6E8A-4147-A177-3AD203B41FA5}">
                      <a16:colId xmlns:a16="http://schemas.microsoft.com/office/drawing/2014/main" val="2527192138"/>
                    </a:ext>
                  </a:extLst>
                </a:gridCol>
                <a:gridCol w="517430">
                  <a:extLst>
                    <a:ext uri="{9D8B030D-6E8A-4147-A177-3AD203B41FA5}">
                      <a16:colId xmlns:a16="http://schemas.microsoft.com/office/drawing/2014/main" val="1587765840"/>
                    </a:ext>
                  </a:extLst>
                </a:gridCol>
                <a:gridCol w="517430">
                  <a:extLst>
                    <a:ext uri="{9D8B030D-6E8A-4147-A177-3AD203B41FA5}">
                      <a16:colId xmlns:a16="http://schemas.microsoft.com/office/drawing/2014/main" val="1472209903"/>
                    </a:ext>
                  </a:extLst>
                </a:gridCol>
                <a:gridCol w="517430">
                  <a:extLst>
                    <a:ext uri="{9D8B030D-6E8A-4147-A177-3AD203B41FA5}">
                      <a16:colId xmlns:a16="http://schemas.microsoft.com/office/drawing/2014/main" val="3238852018"/>
                    </a:ext>
                  </a:extLst>
                </a:gridCol>
                <a:gridCol w="517430">
                  <a:extLst>
                    <a:ext uri="{9D8B030D-6E8A-4147-A177-3AD203B41FA5}">
                      <a16:colId xmlns:a16="http://schemas.microsoft.com/office/drawing/2014/main" val="2078545066"/>
                    </a:ext>
                  </a:extLst>
                </a:gridCol>
                <a:gridCol w="517430">
                  <a:extLst>
                    <a:ext uri="{9D8B030D-6E8A-4147-A177-3AD203B41FA5}">
                      <a16:colId xmlns:a16="http://schemas.microsoft.com/office/drawing/2014/main" val="3698522629"/>
                    </a:ext>
                  </a:extLst>
                </a:gridCol>
                <a:gridCol w="517430">
                  <a:extLst>
                    <a:ext uri="{9D8B030D-6E8A-4147-A177-3AD203B41FA5}">
                      <a16:colId xmlns:a16="http://schemas.microsoft.com/office/drawing/2014/main" val="351102865"/>
                    </a:ext>
                  </a:extLst>
                </a:gridCol>
                <a:gridCol w="517430">
                  <a:extLst>
                    <a:ext uri="{9D8B030D-6E8A-4147-A177-3AD203B41FA5}">
                      <a16:colId xmlns:a16="http://schemas.microsoft.com/office/drawing/2014/main" val="3120681299"/>
                    </a:ext>
                  </a:extLst>
                </a:gridCol>
                <a:gridCol w="517430">
                  <a:extLst>
                    <a:ext uri="{9D8B030D-6E8A-4147-A177-3AD203B41FA5}">
                      <a16:colId xmlns:a16="http://schemas.microsoft.com/office/drawing/2014/main" val="1125074557"/>
                    </a:ext>
                  </a:extLst>
                </a:gridCol>
                <a:gridCol w="517430">
                  <a:extLst>
                    <a:ext uri="{9D8B030D-6E8A-4147-A177-3AD203B41FA5}">
                      <a16:colId xmlns:a16="http://schemas.microsoft.com/office/drawing/2014/main" val="1884832214"/>
                    </a:ext>
                  </a:extLst>
                </a:gridCol>
                <a:gridCol w="517430">
                  <a:extLst>
                    <a:ext uri="{9D8B030D-6E8A-4147-A177-3AD203B41FA5}">
                      <a16:colId xmlns:a16="http://schemas.microsoft.com/office/drawing/2014/main" val="1519468751"/>
                    </a:ext>
                  </a:extLst>
                </a:gridCol>
                <a:gridCol w="517430">
                  <a:extLst>
                    <a:ext uri="{9D8B030D-6E8A-4147-A177-3AD203B41FA5}">
                      <a16:colId xmlns:a16="http://schemas.microsoft.com/office/drawing/2014/main" val="1791418862"/>
                    </a:ext>
                  </a:extLst>
                </a:gridCol>
                <a:gridCol w="517430">
                  <a:extLst>
                    <a:ext uri="{9D8B030D-6E8A-4147-A177-3AD203B41FA5}">
                      <a16:colId xmlns:a16="http://schemas.microsoft.com/office/drawing/2014/main" val="3640859311"/>
                    </a:ext>
                  </a:extLst>
                </a:gridCol>
                <a:gridCol w="517430">
                  <a:extLst>
                    <a:ext uri="{9D8B030D-6E8A-4147-A177-3AD203B41FA5}">
                      <a16:colId xmlns:a16="http://schemas.microsoft.com/office/drawing/2014/main" val="58360893"/>
                    </a:ext>
                  </a:extLst>
                </a:gridCol>
                <a:gridCol w="517430">
                  <a:extLst>
                    <a:ext uri="{9D8B030D-6E8A-4147-A177-3AD203B41FA5}">
                      <a16:colId xmlns:a16="http://schemas.microsoft.com/office/drawing/2014/main" val="157308122"/>
                    </a:ext>
                  </a:extLst>
                </a:gridCol>
                <a:gridCol w="517430">
                  <a:extLst>
                    <a:ext uri="{9D8B030D-6E8A-4147-A177-3AD203B41FA5}">
                      <a16:colId xmlns:a16="http://schemas.microsoft.com/office/drawing/2014/main" val="3726524559"/>
                    </a:ext>
                  </a:extLst>
                </a:gridCol>
              </a:tblGrid>
              <a:tr h="173243">
                <a:tc>
                  <a:txBody>
                    <a:bodyPr/>
                    <a:lstStyle/>
                    <a:p>
                      <a:pPr algn="ctr" fontAlgn="b"/>
                      <a:r>
                        <a:rPr lang="nb-NO" sz="900" b="1" i="0" u="none" strike="noStrike">
                          <a:solidFill>
                            <a:srgbClr val="FFFFFF"/>
                          </a:solidFill>
                          <a:effectLst/>
                          <a:latin typeface="Aptos Narrow" panose="020B0004020202020204" pitchFamily="34" charset="0"/>
                        </a:rPr>
                        <a:t>UKE ---&gt;</a:t>
                      </a:r>
                    </a:p>
                  </a:txBody>
                  <a:tcPr marL="8250" marR="8250" marT="82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DADAD"/>
                    </a:solidFill>
                  </a:tcPr>
                </a:tc>
                <a:tc>
                  <a:txBody>
                    <a:bodyPr/>
                    <a:lstStyle/>
                    <a:p>
                      <a:pPr algn="r" fontAlgn="b"/>
                      <a:r>
                        <a:rPr lang="nb-NO" sz="900" b="1" i="0" u="none" strike="noStrike">
                          <a:solidFill>
                            <a:srgbClr val="000000"/>
                          </a:solidFill>
                          <a:effectLst/>
                          <a:latin typeface="Aptos Narrow" panose="020B0004020202020204" pitchFamily="34" charset="0"/>
                        </a:rPr>
                        <a:t>5</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900" b="1" i="0" u="none" strike="noStrike">
                          <a:solidFill>
                            <a:srgbClr val="000000"/>
                          </a:solidFill>
                          <a:effectLst/>
                          <a:latin typeface="Aptos Narrow" panose="020B0004020202020204" pitchFamily="34" charset="0"/>
                        </a:rPr>
                        <a:t>6</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900" b="1" i="0" u="none" strike="noStrike">
                          <a:solidFill>
                            <a:srgbClr val="000000"/>
                          </a:solidFill>
                          <a:effectLst/>
                          <a:latin typeface="Aptos Narrow" panose="020B0004020202020204" pitchFamily="34" charset="0"/>
                        </a:rPr>
                        <a:t>7</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900" b="1" i="0" u="none" strike="noStrike">
                          <a:solidFill>
                            <a:srgbClr val="000000"/>
                          </a:solidFill>
                          <a:effectLst/>
                          <a:latin typeface="Aptos Narrow" panose="020B0004020202020204" pitchFamily="34" charset="0"/>
                        </a:rPr>
                        <a:t>8</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900" b="1" i="0" u="none" strike="noStrike">
                          <a:solidFill>
                            <a:srgbClr val="000000"/>
                          </a:solidFill>
                          <a:effectLst/>
                          <a:latin typeface="Aptos Narrow" panose="020B0004020202020204" pitchFamily="34" charset="0"/>
                        </a:rPr>
                        <a:t>9</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900" b="1" i="0" u="none" strike="noStrike">
                          <a:solidFill>
                            <a:srgbClr val="000000"/>
                          </a:solidFill>
                          <a:effectLst/>
                          <a:latin typeface="Aptos Narrow" panose="020B0004020202020204" pitchFamily="34" charset="0"/>
                        </a:rPr>
                        <a:t>10</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900" b="1" i="0" u="none" strike="noStrike">
                          <a:solidFill>
                            <a:srgbClr val="000000"/>
                          </a:solidFill>
                          <a:effectLst/>
                          <a:latin typeface="Aptos Narrow" panose="020B0004020202020204" pitchFamily="34" charset="0"/>
                        </a:rPr>
                        <a:t>11</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900" b="1" i="0" u="none" strike="noStrike">
                          <a:solidFill>
                            <a:srgbClr val="000000"/>
                          </a:solidFill>
                          <a:effectLst/>
                          <a:latin typeface="Aptos Narrow" panose="020B0004020202020204" pitchFamily="34" charset="0"/>
                        </a:rPr>
                        <a:t>12</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900" b="1" i="0" u="none" strike="noStrike">
                          <a:solidFill>
                            <a:srgbClr val="000000"/>
                          </a:solidFill>
                          <a:effectLst/>
                          <a:latin typeface="Aptos Narrow" panose="020B0004020202020204" pitchFamily="34" charset="0"/>
                        </a:rPr>
                        <a:t>13</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900" b="1" i="0" u="none" strike="noStrike">
                          <a:solidFill>
                            <a:srgbClr val="000000"/>
                          </a:solidFill>
                          <a:effectLst/>
                          <a:latin typeface="Aptos Narrow" panose="020B0004020202020204" pitchFamily="34" charset="0"/>
                        </a:rPr>
                        <a:t>14</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900" b="1" i="0" u="none" strike="noStrike">
                          <a:solidFill>
                            <a:srgbClr val="000000"/>
                          </a:solidFill>
                          <a:effectLst/>
                          <a:latin typeface="Aptos Narrow" panose="020B0004020202020204" pitchFamily="34" charset="0"/>
                        </a:rPr>
                        <a:t>15</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900" b="1" i="0" u="none" strike="noStrike">
                          <a:solidFill>
                            <a:srgbClr val="000000"/>
                          </a:solidFill>
                          <a:effectLst/>
                          <a:latin typeface="Aptos Narrow" panose="020B0004020202020204" pitchFamily="34" charset="0"/>
                        </a:rPr>
                        <a:t>16</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900" b="1" i="0" u="none" strike="noStrike">
                          <a:solidFill>
                            <a:srgbClr val="000000"/>
                          </a:solidFill>
                          <a:effectLst/>
                          <a:latin typeface="Aptos Narrow" panose="020B0004020202020204" pitchFamily="34" charset="0"/>
                        </a:rPr>
                        <a:t>17</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900" b="1" i="0" u="none" strike="noStrike">
                          <a:solidFill>
                            <a:srgbClr val="000000"/>
                          </a:solidFill>
                          <a:effectLst/>
                          <a:latin typeface="Aptos Narrow" panose="020B0004020202020204" pitchFamily="34" charset="0"/>
                        </a:rPr>
                        <a:t>18</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900" b="1" i="0" u="none" strike="noStrike">
                          <a:solidFill>
                            <a:srgbClr val="000000"/>
                          </a:solidFill>
                          <a:effectLst/>
                          <a:latin typeface="Aptos Narrow" panose="020B0004020202020204" pitchFamily="34" charset="0"/>
                        </a:rPr>
                        <a:t>19</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900" b="1" i="0" u="none" strike="noStrike">
                          <a:solidFill>
                            <a:srgbClr val="000000"/>
                          </a:solidFill>
                          <a:effectLst/>
                          <a:latin typeface="Aptos Narrow" panose="020B0004020202020204" pitchFamily="34" charset="0"/>
                        </a:rPr>
                        <a:t>20</a:t>
                      </a:r>
                    </a:p>
                  </a:txBody>
                  <a:tcPr marL="8250" marR="8250" marT="825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900" b="1" i="0" u="none" strike="noStrike">
                          <a:solidFill>
                            <a:srgbClr val="000000"/>
                          </a:solidFill>
                          <a:effectLst/>
                          <a:latin typeface="Aptos Narrow" panose="020B0004020202020204" pitchFamily="34" charset="0"/>
                        </a:rPr>
                        <a:t>21</a:t>
                      </a:r>
                    </a:p>
                  </a:txBody>
                  <a:tcPr marL="8250" marR="8250" marT="82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900" b="1" i="0" u="none" strike="noStrike">
                          <a:solidFill>
                            <a:srgbClr val="000000"/>
                          </a:solidFill>
                          <a:effectLst/>
                          <a:latin typeface="Aptos Narrow" panose="020B0004020202020204" pitchFamily="34" charset="0"/>
                        </a:rPr>
                        <a:t>22</a:t>
                      </a:r>
                    </a:p>
                  </a:txBody>
                  <a:tcPr marL="8250" marR="8250" marT="825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extLst>
                  <a:ext uri="{0D108BD9-81ED-4DB2-BD59-A6C34878D82A}">
                    <a16:rowId xmlns:a16="http://schemas.microsoft.com/office/drawing/2014/main" val="1844732210"/>
                  </a:ext>
                </a:extLst>
              </a:tr>
              <a:tr h="298639">
                <a:tc>
                  <a:txBody>
                    <a:bodyPr/>
                    <a:lstStyle/>
                    <a:p>
                      <a:pPr algn="l" fontAlgn="b"/>
                      <a:r>
                        <a:rPr lang="nb-NO" sz="900" b="1" i="0" u="none" strike="noStrike">
                          <a:solidFill>
                            <a:srgbClr val="000000"/>
                          </a:solidFill>
                          <a:effectLst/>
                          <a:latin typeface="Aptos Narrow" panose="020B0004020202020204" pitchFamily="34" charset="0"/>
                        </a:rPr>
                        <a:t>Kenneth</a:t>
                      </a:r>
                    </a:p>
                  </a:txBody>
                  <a:tcPr marL="8250" marR="8250" marT="82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4F5"/>
                    </a:solidFill>
                  </a:tcPr>
                </a:tc>
                <a:tc>
                  <a:txBody>
                    <a:bodyPr/>
                    <a:lstStyle/>
                    <a:p>
                      <a:pPr algn="ctr" fontAlgn="b"/>
                      <a:r>
                        <a:rPr lang="nb-NO" sz="900" b="0" i="0" u="none" strike="noStrike">
                          <a:solidFill>
                            <a:srgbClr val="000000"/>
                          </a:solidFill>
                          <a:effectLst/>
                          <a:latin typeface="Aptos Narrow" panose="020B0004020202020204" pitchFamily="34" charset="0"/>
                        </a:rPr>
                        <a:t>Ma-To</a:t>
                      </a:r>
                    </a:p>
                  </a:txBody>
                  <a:tcPr marL="8250" marR="8250" marT="82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Ma-To</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Ma-To</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Ma-To</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Ma-To</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Ma-To</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Ma-To</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Ma-To</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Påskeferie</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DADAD"/>
                    </a:solidFill>
                  </a:tcPr>
                </a:tc>
                <a:tc>
                  <a:txBody>
                    <a:bodyPr/>
                    <a:lstStyle/>
                    <a:p>
                      <a:pPr algn="ctr" fontAlgn="b"/>
                      <a:r>
                        <a:rPr lang="nb-NO" sz="900" b="0" i="0" u="none" strike="noStrike">
                          <a:solidFill>
                            <a:srgbClr val="000000"/>
                          </a:solidFill>
                          <a:effectLst/>
                          <a:latin typeface="Aptos Narrow" panose="020B0004020202020204" pitchFamily="34" charset="0"/>
                        </a:rPr>
                        <a:t>To</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Ma-To</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Ma-To</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Ma-To</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Ma-To</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Ma-To</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Ma-To</a:t>
                      </a:r>
                    </a:p>
                  </a:txBody>
                  <a:tcPr marL="8250" marR="8250" marT="825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Ma-To</a:t>
                      </a:r>
                    </a:p>
                  </a:txBody>
                  <a:tcPr marL="8250" marR="8250" marT="82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ctr" fontAlgn="b"/>
                      <a:r>
                        <a:rPr lang="nb-NO" sz="900" b="0" i="0" u="none" strike="noStrike">
                          <a:solidFill>
                            <a:srgbClr val="000000"/>
                          </a:solidFill>
                          <a:effectLst/>
                          <a:latin typeface="Aptos Narrow" panose="020B0004020202020204" pitchFamily="34" charset="0"/>
                        </a:rPr>
                        <a:t>Ma-To</a:t>
                      </a:r>
                    </a:p>
                  </a:txBody>
                  <a:tcPr marL="8250" marR="8250" marT="825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extLst>
                  <a:ext uri="{0D108BD9-81ED-4DB2-BD59-A6C34878D82A}">
                    <a16:rowId xmlns:a16="http://schemas.microsoft.com/office/drawing/2014/main" val="1042781204"/>
                  </a:ext>
                </a:extLst>
              </a:tr>
              <a:tr h="298639">
                <a:tc>
                  <a:txBody>
                    <a:bodyPr/>
                    <a:lstStyle/>
                    <a:p>
                      <a:pPr algn="l" fontAlgn="b"/>
                      <a:r>
                        <a:rPr lang="nb-NO" sz="900" b="1" i="0" u="none" strike="noStrike">
                          <a:solidFill>
                            <a:srgbClr val="000000"/>
                          </a:solidFill>
                          <a:effectLst/>
                          <a:latin typeface="Aptos Narrow" panose="020B0004020202020204" pitchFamily="34" charset="0"/>
                        </a:rPr>
                        <a:t>Jonas</a:t>
                      </a:r>
                    </a:p>
                  </a:txBody>
                  <a:tcPr marL="8250" marR="8250" marT="82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4F5"/>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Påskeferie</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DADAD"/>
                    </a:solidFill>
                  </a:tcPr>
                </a:tc>
                <a:tc>
                  <a:txBody>
                    <a:bodyPr/>
                    <a:lstStyle/>
                    <a:p>
                      <a:pPr algn="ctr" fontAlgn="b"/>
                      <a:r>
                        <a:rPr lang="nb-NO" sz="900" b="0" i="0" u="none" strike="noStrike">
                          <a:solidFill>
                            <a:srgbClr val="000000"/>
                          </a:solidFill>
                          <a:effectLst/>
                          <a:latin typeface="Aptos Narrow" panose="020B0004020202020204" pitchFamily="34" charset="0"/>
                        </a:rPr>
                        <a:t>To</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extLst>
                  <a:ext uri="{0D108BD9-81ED-4DB2-BD59-A6C34878D82A}">
                    <a16:rowId xmlns:a16="http://schemas.microsoft.com/office/drawing/2014/main" val="2666948881"/>
                  </a:ext>
                </a:extLst>
              </a:tr>
              <a:tr h="298639">
                <a:tc>
                  <a:txBody>
                    <a:bodyPr/>
                    <a:lstStyle/>
                    <a:p>
                      <a:pPr algn="l" fontAlgn="b"/>
                      <a:r>
                        <a:rPr lang="nb-NO" sz="900" b="1" i="0" u="none" strike="noStrike">
                          <a:solidFill>
                            <a:srgbClr val="000000"/>
                          </a:solidFill>
                          <a:effectLst/>
                          <a:latin typeface="Aptos Narrow" panose="020B0004020202020204" pitchFamily="34" charset="0"/>
                        </a:rPr>
                        <a:t>Kristian</a:t>
                      </a:r>
                    </a:p>
                  </a:txBody>
                  <a:tcPr marL="8250" marR="8250" marT="82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4F5"/>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M,T,</a:t>
                      </a:r>
                      <a:r>
                        <a:rPr lang="nb-NO" sz="900" b="0" i="0" u="none" strike="noStrike">
                          <a:solidFill>
                            <a:srgbClr val="FF0000"/>
                          </a:solidFill>
                          <a:effectLst/>
                          <a:latin typeface="Aptos Narrow" panose="020B0004020202020204" pitchFamily="34" charset="0"/>
                        </a:rPr>
                        <a:t>O</a:t>
                      </a:r>
                      <a:r>
                        <a:rPr lang="nb-NO" sz="900" b="0" i="0" u="none" strike="noStrike">
                          <a:solidFill>
                            <a:srgbClr val="000000"/>
                          </a:solidFill>
                          <a:effectLst/>
                          <a:latin typeface="Aptos Narrow" panose="020B0004020202020204" pitchFamily="34" charset="0"/>
                        </a:rPr>
                        <a:t>,T</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Påskeferie</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DADAD"/>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extLst>
                  <a:ext uri="{0D108BD9-81ED-4DB2-BD59-A6C34878D82A}">
                    <a16:rowId xmlns:a16="http://schemas.microsoft.com/office/drawing/2014/main" val="2219493608"/>
                  </a:ext>
                </a:extLst>
              </a:tr>
              <a:tr h="298639">
                <a:tc>
                  <a:txBody>
                    <a:bodyPr/>
                    <a:lstStyle/>
                    <a:p>
                      <a:pPr algn="l" fontAlgn="b"/>
                      <a:r>
                        <a:rPr lang="nb-NO" sz="900" b="1" i="0" u="none" strike="noStrike">
                          <a:solidFill>
                            <a:srgbClr val="000000"/>
                          </a:solidFill>
                          <a:effectLst/>
                          <a:latin typeface="Aptos Narrow" panose="020B0004020202020204" pitchFamily="34" charset="0"/>
                        </a:rPr>
                        <a:t>Mia </a:t>
                      </a:r>
                    </a:p>
                  </a:txBody>
                  <a:tcPr marL="8250" marR="8250" marT="82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4F5"/>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Påskeferie</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DADAD"/>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extLst>
                  <a:ext uri="{0D108BD9-81ED-4DB2-BD59-A6C34878D82A}">
                    <a16:rowId xmlns:a16="http://schemas.microsoft.com/office/drawing/2014/main" val="3911483875"/>
                  </a:ext>
                </a:extLst>
              </a:tr>
              <a:tr h="173243">
                <a:tc>
                  <a:txBody>
                    <a:bodyPr/>
                    <a:lstStyle/>
                    <a:p>
                      <a:pPr algn="l" fontAlgn="b"/>
                      <a:r>
                        <a:rPr lang="nb-NO" sz="900" b="1" i="0" u="none" strike="noStrike">
                          <a:solidFill>
                            <a:srgbClr val="000000"/>
                          </a:solidFill>
                          <a:effectLst/>
                          <a:latin typeface="Aptos Narrow" panose="020B0004020202020204" pitchFamily="34" charset="0"/>
                        </a:rPr>
                        <a:t>Lucas </a:t>
                      </a:r>
                    </a:p>
                  </a:txBody>
                  <a:tcPr marL="8250" marR="8250" marT="82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4F5"/>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DADAD"/>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CEEF"/>
                    </a:solidFill>
                  </a:tcPr>
                </a:tc>
                <a:tc>
                  <a:txBody>
                    <a:bodyPr/>
                    <a:lstStyle/>
                    <a:p>
                      <a:pPr algn="ctr" fontAlgn="b"/>
                      <a:r>
                        <a:rPr lang="nb-NO" sz="900" b="0" i="0" u="none" strike="noStrike">
                          <a:solidFill>
                            <a:srgbClr val="000000"/>
                          </a:solidFill>
                          <a:effectLst/>
                          <a:latin typeface="Aptos Narrow" panose="020B0004020202020204" pitchFamily="34" charset="0"/>
                        </a:rPr>
                        <a:t>M-T</a:t>
                      </a:r>
                    </a:p>
                  </a:txBody>
                  <a:tcPr marL="8250" marR="8250" marT="825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CEEF"/>
                    </a:solidFill>
                  </a:tcPr>
                </a:tc>
                <a:extLst>
                  <a:ext uri="{0D108BD9-81ED-4DB2-BD59-A6C34878D82A}">
                    <a16:rowId xmlns:a16="http://schemas.microsoft.com/office/drawing/2014/main" val="1247973200"/>
                  </a:ext>
                </a:extLst>
              </a:tr>
              <a:tr h="173243">
                <a:tc>
                  <a:txBody>
                    <a:bodyPr/>
                    <a:lstStyle/>
                    <a:p>
                      <a:pPr algn="ctr" fontAlgn="b"/>
                      <a:r>
                        <a:rPr lang="nb-NO" sz="900" b="1" i="0" u="none" strike="noStrike">
                          <a:solidFill>
                            <a:srgbClr val="000000"/>
                          </a:solidFill>
                          <a:effectLst/>
                          <a:latin typeface="Aptos Narrow" panose="020B0004020202020204" pitchFamily="34" charset="0"/>
                        </a:rPr>
                        <a:t>Sum timer</a:t>
                      </a:r>
                    </a:p>
                  </a:txBody>
                  <a:tcPr marL="8250" marR="8250" marT="82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r" fontAlgn="b"/>
                      <a:r>
                        <a:rPr lang="nb-NO" sz="900" b="0" i="0" u="none" strike="noStrike">
                          <a:solidFill>
                            <a:srgbClr val="000000"/>
                          </a:solidFill>
                          <a:effectLst/>
                          <a:latin typeface="Aptos Narrow" panose="020B0004020202020204" pitchFamily="34" charset="0"/>
                        </a:rPr>
                        <a:t>30</a:t>
                      </a:r>
                    </a:p>
                  </a:txBody>
                  <a:tcPr marL="8250" marR="8250" marT="82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panose="020B0004020202020204" pitchFamily="34" charset="0"/>
                        </a:rPr>
                        <a:t>30</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panose="020B0004020202020204" pitchFamily="34" charset="0"/>
                        </a:rPr>
                        <a:t>30</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panose="020B0004020202020204" pitchFamily="34" charset="0"/>
                        </a:rPr>
                        <a:t>30</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panose="020B0004020202020204" pitchFamily="34" charset="0"/>
                        </a:rPr>
                        <a:t>30</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panose="020B0004020202020204" pitchFamily="34" charset="0"/>
                        </a:rPr>
                        <a:t>30</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panose="020B0004020202020204" pitchFamily="34" charset="0"/>
                        </a:rPr>
                        <a:t>30</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panose="020B0004020202020204" pitchFamily="34" charset="0"/>
                        </a:rPr>
                        <a:t>30</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panose="020B0004020202020204" pitchFamily="34" charset="0"/>
                        </a:rPr>
                        <a:t>16</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panose="020B0004020202020204" pitchFamily="34" charset="0"/>
                        </a:rPr>
                        <a:t>26</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panose="020B0004020202020204" pitchFamily="34" charset="0"/>
                        </a:rPr>
                        <a:t>30</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panose="020B0004020202020204" pitchFamily="34" charset="0"/>
                        </a:rPr>
                        <a:t>30</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panose="020B0004020202020204" pitchFamily="34" charset="0"/>
                        </a:rPr>
                        <a:t>30</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panose="020B0004020202020204" pitchFamily="34" charset="0"/>
                        </a:rPr>
                        <a:t>30</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panose="020B0004020202020204" pitchFamily="34" charset="0"/>
                        </a:rPr>
                        <a:t>30</a:t>
                      </a:r>
                    </a:p>
                  </a:txBody>
                  <a:tcPr marL="8250" marR="8250" marT="82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panose="020B0004020202020204" pitchFamily="34" charset="0"/>
                        </a:rPr>
                        <a:t>30</a:t>
                      </a:r>
                    </a:p>
                  </a:txBody>
                  <a:tcPr marL="8250" marR="8250" marT="825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panose="020B0004020202020204" pitchFamily="34" charset="0"/>
                        </a:rPr>
                        <a:t>30</a:t>
                      </a:r>
                    </a:p>
                  </a:txBody>
                  <a:tcPr marL="8250" marR="8250" marT="82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panose="020B0004020202020204" pitchFamily="34" charset="0"/>
                        </a:rPr>
                        <a:t>30</a:t>
                      </a:r>
                    </a:p>
                  </a:txBody>
                  <a:tcPr marL="8250" marR="8250" marT="825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3738074784"/>
                  </a:ext>
                </a:extLst>
              </a:tr>
              <a:tr h="164993">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595569352"/>
                  </a:ext>
                </a:extLst>
              </a:tr>
              <a:tr h="173243">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extLst>
                  <a:ext uri="{0D108BD9-81ED-4DB2-BD59-A6C34878D82A}">
                    <a16:rowId xmlns:a16="http://schemas.microsoft.com/office/drawing/2014/main" val="726178798"/>
                  </a:ext>
                </a:extLst>
              </a:tr>
              <a:tr h="164993">
                <a:tc>
                  <a:txBody>
                    <a:bodyPr/>
                    <a:lstStyle/>
                    <a:p>
                      <a:pPr algn="ctr" fontAlgn="b"/>
                      <a:r>
                        <a:rPr lang="nb-NO" sz="900" b="1" i="0" u="none" strike="noStrike">
                          <a:solidFill>
                            <a:srgbClr val="000000"/>
                          </a:solidFill>
                          <a:effectLst/>
                          <a:latin typeface="Aptos Narrow" panose="020B0004020202020204" pitchFamily="34" charset="0"/>
                        </a:rPr>
                        <a:t>Mandager </a:t>
                      </a:r>
                      <a:r>
                        <a:rPr lang="nb-NO" sz="900" b="0" i="0" u="none" strike="noStrike">
                          <a:solidFill>
                            <a:srgbClr val="000000"/>
                          </a:solidFill>
                          <a:effectLst/>
                          <a:latin typeface="Aptos Narrow" panose="020B0004020202020204" pitchFamily="34" charset="0"/>
                        </a:rPr>
                        <a:t>12.30-14.30</a:t>
                      </a:r>
                      <a:endParaRPr lang="nb-NO" sz="900" b="1" i="0" u="none" strike="noStrike">
                        <a:solidFill>
                          <a:srgbClr val="000000"/>
                        </a:solidFill>
                        <a:effectLst/>
                        <a:latin typeface="Aptos Narrow" panose="020B0004020202020204" pitchFamily="34" charset="0"/>
                      </a:endParaRPr>
                    </a:p>
                  </a:txBody>
                  <a:tcPr marL="8250" marR="8250" marT="82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C0F1C8"/>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extLst>
                  <a:ext uri="{0D108BD9-81ED-4DB2-BD59-A6C34878D82A}">
                    <a16:rowId xmlns:a16="http://schemas.microsoft.com/office/drawing/2014/main" val="3019249296"/>
                  </a:ext>
                </a:extLst>
              </a:tr>
              <a:tr h="173243">
                <a:tc>
                  <a:txBody>
                    <a:bodyPr/>
                    <a:lstStyle/>
                    <a:p>
                      <a:pPr algn="ctr" fontAlgn="b"/>
                      <a:r>
                        <a:rPr lang="nb-NO" sz="900" b="1" i="0" u="none" strike="noStrike">
                          <a:solidFill>
                            <a:srgbClr val="000000"/>
                          </a:solidFill>
                          <a:effectLst/>
                          <a:latin typeface="Aptos Narrow" panose="020B0004020202020204" pitchFamily="34" charset="0"/>
                        </a:rPr>
                        <a:t>Torsdager </a:t>
                      </a:r>
                      <a:r>
                        <a:rPr lang="nb-NO" sz="900" b="0" i="0" u="none" strike="noStrike">
                          <a:solidFill>
                            <a:srgbClr val="000000"/>
                          </a:solidFill>
                          <a:effectLst/>
                          <a:latin typeface="Aptos Narrow" panose="020B0004020202020204" pitchFamily="34" charset="0"/>
                        </a:rPr>
                        <a:t>09.00-15.00</a:t>
                      </a:r>
                      <a:endParaRPr lang="nb-NO" sz="900" b="1" i="0" u="none" strike="noStrike">
                        <a:solidFill>
                          <a:srgbClr val="000000"/>
                        </a:solidFill>
                        <a:effectLst/>
                        <a:latin typeface="Aptos Narrow" panose="020B0004020202020204" pitchFamily="34" charset="0"/>
                      </a:endParaRPr>
                    </a:p>
                  </a:txBody>
                  <a:tcPr marL="8250" marR="8250" marT="82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C0F1C8"/>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extLst>
                  <a:ext uri="{0D108BD9-81ED-4DB2-BD59-A6C34878D82A}">
                    <a16:rowId xmlns:a16="http://schemas.microsoft.com/office/drawing/2014/main" val="2534903140"/>
                  </a:ext>
                </a:extLst>
              </a:tr>
              <a:tr h="173243">
                <a:tc>
                  <a:txBody>
                    <a:bodyPr/>
                    <a:lstStyle/>
                    <a:p>
                      <a:pPr algn="ctr" fontAlgn="b"/>
                      <a:r>
                        <a:rPr lang="nb-NO" sz="900" b="1" i="0" u="none" strike="noStrike">
                          <a:solidFill>
                            <a:srgbClr val="000000"/>
                          </a:solidFill>
                          <a:effectLst/>
                          <a:latin typeface="Aptos Narrow" panose="020B0004020202020204" pitchFamily="34" charset="0"/>
                        </a:rPr>
                        <a:t>Fredager ubestemt </a:t>
                      </a:r>
                    </a:p>
                  </a:txBody>
                  <a:tcPr marL="8250" marR="8250" marT="82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F1C8"/>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extLst>
                  <a:ext uri="{0D108BD9-81ED-4DB2-BD59-A6C34878D82A}">
                    <a16:rowId xmlns:a16="http://schemas.microsoft.com/office/drawing/2014/main" val="313762430"/>
                  </a:ext>
                </a:extLst>
              </a:tr>
              <a:tr h="173243">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extLst>
                  <a:ext uri="{0D108BD9-81ED-4DB2-BD59-A6C34878D82A}">
                    <a16:rowId xmlns:a16="http://schemas.microsoft.com/office/drawing/2014/main" val="917429161"/>
                  </a:ext>
                </a:extLst>
              </a:tr>
              <a:tr h="164993">
                <a:tc>
                  <a:txBody>
                    <a:bodyPr/>
                    <a:lstStyle/>
                    <a:p>
                      <a:pPr algn="ctr" fontAlgn="b"/>
                      <a:r>
                        <a:rPr lang="nb-NO" sz="900" b="1" i="0" u="none" strike="noStrike">
                          <a:solidFill>
                            <a:srgbClr val="000000"/>
                          </a:solidFill>
                          <a:effectLst/>
                          <a:latin typeface="Aptos Narrow" panose="020B0004020202020204" pitchFamily="34" charset="0"/>
                        </a:rPr>
                        <a:t>Tot timer uten ekstra</a:t>
                      </a:r>
                    </a:p>
                  </a:txBody>
                  <a:tcPr marL="8250" marR="8250" marT="82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extLst>
                  <a:ext uri="{0D108BD9-81ED-4DB2-BD59-A6C34878D82A}">
                    <a16:rowId xmlns:a16="http://schemas.microsoft.com/office/drawing/2014/main" val="802686900"/>
                  </a:ext>
                </a:extLst>
              </a:tr>
              <a:tr h="173243">
                <a:tc>
                  <a:txBody>
                    <a:bodyPr/>
                    <a:lstStyle/>
                    <a:p>
                      <a:pPr algn="ctr" fontAlgn="ctr"/>
                      <a:r>
                        <a:rPr lang="nb-NO" sz="900" b="0" i="0" u="none" strike="noStrike">
                          <a:solidFill>
                            <a:srgbClr val="000000"/>
                          </a:solidFill>
                          <a:effectLst/>
                          <a:latin typeface="Aptos Narrow" panose="020B0004020202020204" pitchFamily="34" charset="0"/>
                        </a:rPr>
                        <a:t>462</a:t>
                      </a:r>
                    </a:p>
                  </a:txBody>
                  <a:tcPr marL="8250" marR="8250" marT="82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C000"/>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extLst>
                  <a:ext uri="{0D108BD9-81ED-4DB2-BD59-A6C34878D82A}">
                    <a16:rowId xmlns:a16="http://schemas.microsoft.com/office/drawing/2014/main" val="3888253788"/>
                  </a:ext>
                </a:extLst>
              </a:tr>
              <a:tr h="173243">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nb-NO" sz="900" b="0" i="0" u="none" strike="noStrike">
                          <a:solidFill>
                            <a:srgbClr val="000000"/>
                          </a:solidFill>
                          <a:effectLst/>
                          <a:latin typeface="Aptos Narrow" panose="020B0004020202020204" pitchFamily="34" charset="0"/>
                        </a:rPr>
                        <a:t>tot</a:t>
                      </a:r>
                    </a:p>
                  </a:txBody>
                  <a:tcPr marL="8250" marR="8250" marT="8250"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b"/>
                      <a:r>
                        <a:rPr lang="nb-NO" sz="900" b="0" i="0" u="none" strike="noStrike">
                          <a:solidFill>
                            <a:srgbClr val="000000"/>
                          </a:solidFill>
                          <a:effectLst/>
                          <a:latin typeface="Aptos Narrow" panose="020B0004020202020204" pitchFamily="34" charset="0"/>
                        </a:rPr>
                        <a:t>per pers</a:t>
                      </a:r>
                    </a:p>
                  </a:txBody>
                  <a:tcPr marL="8250" marR="8250" marT="8250"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extLst>
                  <a:ext uri="{0D108BD9-81ED-4DB2-BD59-A6C34878D82A}">
                    <a16:rowId xmlns:a16="http://schemas.microsoft.com/office/drawing/2014/main" val="1585740437"/>
                  </a:ext>
                </a:extLst>
              </a:tr>
              <a:tr h="164993">
                <a:tc>
                  <a:txBody>
                    <a:bodyPr/>
                    <a:lstStyle/>
                    <a:p>
                      <a:pPr algn="l" fontAlgn="b"/>
                      <a:r>
                        <a:rPr lang="nb-NO" sz="900" b="1" i="0" u="none" strike="noStrike">
                          <a:solidFill>
                            <a:srgbClr val="000000"/>
                          </a:solidFill>
                          <a:effectLst/>
                          <a:latin typeface="Aptos Narrow" panose="020B0004020202020204" pitchFamily="34" charset="0"/>
                        </a:rPr>
                        <a:t>Planlegging </a:t>
                      </a:r>
                      <a:r>
                        <a:rPr lang="nb-NO" sz="900" b="0" i="0" u="none" strike="noStrike">
                          <a:solidFill>
                            <a:srgbClr val="000000"/>
                          </a:solidFill>
                          <a:effectLst/>
                          <a:latin typeface="Aptos Narrow" panose="020B0004020202020204" pitchFamily="34" charset="0"/>
                        </a:rPr>
                        <a:t>15%</a:t>
                      </a:r>
                      <a:endParaRPr lang="nb-NO" sz="900" b="1" i="0" u="none" strike="noStrike">
                        <a:solidFill>
                          <a:srgbClr val="000000"/>
                        </a:solidFill>
                        <a:effectLst/>
                        <a:latin typeface="Aptos Narrow" panose="020B0004020202020204" pitchFamily="34" charset="0"/>
                      </a:endParaRPr>
                    </a:p>
                  </a:txBody>
                  <a:tcPr marL="8250" marR="8250" marT="82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b"/>
                      <a:r>
                        <a:rPr lang="nb-NO" sz="900" b="0" i="0" u="none" strike="noStrike">
                          <a:solidFill>
                            <a:srgbClr val="000000"/>
                          </a:solidFill>
                          <a:effectLst/>
                          <a:latin typeface="Aptos Narrow" panose="020B0004020202020204" pitchFamily="34" charset="0"/>
                        </a:rPr>
                        <a:t>69,3</a:t>
                      </a:r>
                    </a:p>
                  </a:txBody>
                  <a:tcPr marL="8250" marR="8250" marT="82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fontAlgn="b"/>
                      <a:r>
                        <a:rPr lang="nb-NO" sz="900" b="0" i="0" u="none" strike="noStrike">
                          <a:solidFill>
                            <a:srgbClr val="000000"/>
                          </a:solidFill>
                          <a:effectLst/>
                          <a:latin typeface="Aptos Narrow" panose="020B0004020202020204" pitchFamily="34" charset="0"/>
                        </a:rPr>
                        <a:t>13,86</a:t>
                      </a:r>
                    </a:p>
                  </a:txBody>
                  <a:tcPr marL="8250" marR="8250" marT="82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extLst>
                  <a:ext uri="{0D108BD9-81ED-4DB2-BD59-A6C34878D82A}">
                    <a16:rowId xmlns:a16="http://schemas.microsoft.com/office/drawing/2014/main" val="426651397"/>
                  </a:ext>
                </a:extLst>
              </a:tr>
              <a:tr h="164993">
                <a:tc>
                  <a:txBody>
                    <a:bodyPr/>
                    <a:lstStyle/>
                    <a:p>
                      <a:pPr algn="l" fontAlgn="b"/>
                      <a:r>
                        <a:rPr lang="nb-NO" sz="900" b="1" i="0" u="none" strike="noStrike">
                          <a:solidFill>
                            <a:srgbClr val="000000"/>
                          </a:solidFill>
                          <a:effectLst/>
                          <a:latin typeface="Aptos Narrow" panose="020B0004020202020204" pitchFamily="34" charset="0"/>
                        </a:rPr>
                        <a:t>Analyse </a:t>
                      </a:r>
                      <a:r>
                        <a:rPr lang="nb-NO" sz="900" b="0" i="0" u="none" strike="noStrike">
                          <a:solidFill>
                            <a:srgbClr val="000000"/>
                          </a:solidFill>
                          <a:effectLst/>
                          <a:latin typeface="Aptos Narrow" panose="020B0004020202020204" pitchFamily="34" charset="0"/>
                        </a:rPr>
                        <a:t>20%</a:t>
                      </a:r>
                      <a:endParaRPr lang="nb-NO" sz="900" b="1" i="0" u="none" strike="noStrike">
                        <a:solidFill>
                          <a:srgbClr val="000000"/>
                        </a:solidFill>
                        <a:effectLst/>
                        <a:latin typeface="Aptos Narrow" panose="020B0004020202020204" pitchFamily="34" charset="0"/>
                      </a:endParaRPr>
                    </a:p>
                  </a:txBody>
                  <a:tcPr marL="8250" marR="8250" marT="82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b"/>
                      <a:r>
                        <a:rPr lang="nb-NO" sz="900" b="0" i="0" u="none" strike="noStrike">
                          <a:solidFill>
                            <a:srgbClr val="000000"/>
                          </a:solidFill>
                          <a:effectLst/>
                          <a:latin typeface="Aptos Narrow" panose="020B0004020202020204" pitchFamily="34" charset="0"/>
                        </a:rPr>
                        <a:t>92,4</a:t>
                      </a:r>
                    </a:p>
                  </a:txBody>
                  <a:tcPr marL="8250" marR="8250" marT="82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fontAlgn="b"/>
                      <a:r>
                        <a:rPr lang="nb-NO" sz="900" b="0" i="0" u="none" strike="noStrike">
                          <a:solidFill>
                            <a:srgbClr val="000000"/>
                          </a:solidFill>
                          <a:effectLst/>
                          <a:latin typeface="Aptos Narrow" panose="020B0004020202020204" pitchFamily="34" charset="0"/>
                        </a:rPr>
                        <a:t>18,48</a:t>
                      </a:r>
                    </a:p>
                  </a:txBody>
                  <a:tcPr marL="8250" marR="8250" marT="82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extLst>
                  <a:ext uri="{0D108BD9-81ED-4DB2-BD59-A6C34878D82A}">
                    <a16:rowId xmlns:a16="http://schemas.microsoft.com/office/drawing/2014/main" val="119375795"/>
                  </a:ext>
                </a:extLst>
              </a:tr>
              <a:tr h="164993">
                <a:tc>
                  <a:txBody>
                    <a:bodyPr/>
                    <a:lstStyle/>
                    <a:p>
                      <a:pPr algn="l" fontAlgn="b"/>
                      <a:r>
                        <a:rPr lang="nb-NO" sz="900" b="1" i="0" u="none" strike="noStrike">
                          <a:solidFill>
                            <a:srgbClr val="000000"/>
                          </a:solidFill>
                          <a:effectLst/>
                          <a:latin typeface="Aptos Narrow" panose="020B0004020202020204" pitchFamily="34" charset="0"/>
                        </a:rPr>
                        <a:t>Design </a:t>
                      </a:r>
                      <a:r>
                        <a:rPr lang="nb-NO" sz="900" b="0" i="0" u="none" strike="noStrike">
                          <a:solidFill>
                            <a:srgbClr val="000000"/>
                          </a:solidFill>
                          <a:effectLst/>
                          <a:latin typeface="Aptos Narrow" panose="020B0004020202020204" pitchFamily="34" charset="0"/>
                        </a:rPr>
                        <a:t>35%</a:t>
                      </a:r>
                      <a:endParaRPr lang="nb-NO" sz="900" b="1" i="0" u="none" strike="noStrike">
                        <a:solidFill>
                          <a:srgbClr val="000000"/>
                        </a:solidFill>
                        <a:effectLst/>
                        <a:latin typeface="Aptos Narrow" panose="020B0004020202020204" pitchFamily="34" charset="0"/>
                      </a:endParaRPr>
                    </a:p>
                  </a:txBody>
                  <a:tcPr marL="8250" marR="8250" marT="82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b"/>
                      <a:r>
                        <a:rPr lang="nb-NO" sz="900" b="0" i="0" u="none" strike="noStrike">
                          <a:solidFill>
                            <a:srgbClr val="000000"/>
                          </a:solidFill>
                          <a:effectLst/>
                          <a:latin typeface="Aptos Narrow" panose="020B0004020202020204" pitchFamily="34" charset="0"/>
                        </a:rPr>
                        <a:t>161,7</a:t>
                      </a:r>
                    </a:p>
                  </a:txBody>
                  <a:tcPr marL="8250" marR="8250" marT="82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fontAlgn="b"/>
                      <a:r>
                        <a:rPr lang="nb-NO" sz="900" b="0" i="0" u="none" strike="noStrike">
                          <a:solidFill>
                            <a:srgbClr val="000000"/>
                          </a:solidFill>
                          <a:effectLst/>
                          <a:latin typeface="Aptos Narrow" panose="020B0004020202020204" pitchFamily="34" charset="0"/>
                        </a:rPr>
                        <a:t>32,34</a:t>
                      </a:r>
                    </a:p>
                  </a:txBody>
                  <a:tcPr marL="8250" marR="8250" marT="82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1"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extLst>
                  <a:ext uri="{0D108BD9-81ED-4DB2-BD59-A6C34878D82A}">
                    <a16:rowId xmlns:a16="http://schemas.microsoft.com/office/drawing/2014/main" val="3940319086"/>
                  </a:ext>
                </a:extLst>
              </a:tr>
              <a:tr h="173243">
                <a:tc>
                  <a:txBody>
                    <a:bodyPr/>
                    <a:lstStyle/>
                    <a:p>
                      <a:pPr algn="l" fontAlgn="b"/>
                      <a:r>
                        <a:rPr lang="nb-NO" sz="900" b="1" i="0" u="none" strike="noStrike">
                          <a:solidFill>
                            <a:srgbClr val="000000"/>
                          </a:solidFill>
                          <a:effectLst/>
                          <a:latin typeface="Aptos Narrow" panose="020B0004020202020204" pitchFamily="34" charset="0"/>
                        </a:rPr>
                        <a:t>Implementering </a:t>
                      </a:r>
                      <a:r>
                        <a:rPr lang="nb-NO" sz="900" b="0" i="0" u="none" strike="noStrike">
                          <a:solidFill>
                            <a:srgbClr val="000000"/>
                          </a:solidFill>
                          <a:effectLst/>
                          <a:latin typeface="Aptos Narrow" panose="020B0004020202020204" pitchFamily="34" charset="0"/>
                        </a:rPr>
                        <a:t>30%</a:t>
                      </a:r>
                      <a:endParaRPr lang="nb-NO" sz="900" b="1" i="0" u="none" strike="noStrike">
                        <a:solidFill>
                          <a:srgbClr val="000000"/>
                        </a:solidFill>
                        <a:effectLst/>
                        <a:latin typeface="Aptos Narrow" panose="020B0004020202020204" pitchFamily="34" charset="0"/>
                      </a:endParaRPr>
                    </a:p>
                  </a:txBody>
                  <a:tcPr marL="8250" marR="8250" marT="82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fontAlgn="b"/>
                      <a:r>
                        <a:rPr lang="nb-NO" sz="900" b="0" i="0" u="none" strike="noStrike">
                          <a:solidFill>
                            <a:srgbClr val="000000"/>
                          </a:solidFill>
                          <a:effectLst/>
                          <a:latin typeface="Aptos Narrow" panose="020B0004020202020204" pitchFamily="34" charset="0"/>
                        </a:rPr>
                        <a:t>138,6</a:t>
                      </a:r>
                    </a:p>
                  </a:txBody>
                  <a:tcPr marL="8250" marR="8250" marT="82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r" fontAlgn="b"/>
                      <a:r>
                        <a:rPr lang="nb-NO" sz="900" b="0" i="0" u="none" strike="noStrike">
                          <a:solidFill>
                            <a:srgbClr val="000000"/>
                          </a:solidFill>
                          <a:effectLst/>
                          <a:latin typeface="Aptos Narrow" panose="020B0004020202020204" pitchFamily="34" charset="0"/>
                        </a:rPr>
                        <a:t>27,72</a:t>
                      </a:r>
                    </a:p>
                  </a:txBody>
                  <a:tcPr marL="8250" marR="8250" marT="82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extLst>
                  <a:ext uri="{0D108BD9-81ED-4DB2-BD59-A6C34878D82A}">
                    <a16:rowId xmlns:a16="http://schemas.microsoft.com/office/drawing/2014/main" val="1923047589"/>
                  </a:ext>
                </a:extLst>
              </a:tr>
              <a:tr h="173243">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extLst>
                  <a:ext uri="{0D108BD9-81ED-4DB2-BD59-A6C34878D82A}">
                    <a16:rowId xmlns:a16="http://schemas.microsoft.com/office/drawing/2014/main" val="2430968284"/>
                  </a:ext>
                </a:extLst>
              </a:tr>
              <a:tr h="164993">
                <a:tc>
                  <a:txBody>
                    <a:bodyPr/>
                    <a:lstStyle/>
                    <a:p>
                      <a:pPr algn="ctr" fontAlgn="b"/>
                      <a:r>
                        <a:rPr lang="nb-NO" sz="900" b="1" i="0" u="none" strike="noStrike">
                          <a:solidFill>
                            <a:srgbClr val="000000"/>
                          </a:solidFill>
                          <a:effectLst/>
                          <a:latin typeface="Aptos Narrow" panose="020B0004020202020204" pitchFamily="34" charset="0"/>
                        </a:rPr>
                        <a:t>Tot timer med ekstra</a:t>
                      </a:r>
                    </a:p>
                  </a:txBody>
                  <a:tcPr marL="8250" marR="8250" marT="82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extLst>
                  <a:ext uri="{0D108BD9-81ED-4DB2-BD59-A6C34878D82A}">
                    <a16:rowId xmlns:a16="http://schemas.microsoft.com/office/drawing/2014/main" val="1395951609"/>
                  </a:ext>
                </a:extLst>
              </a:tr>
              <a:tr h="173243">
                <a:tc>
                  <a:txBody>
                    <a:bodyPr/>
                    <a:lstStyle/>
                    <a:p>
                      <a:pPr algn="ctr" fontAlgn="b"/>
                      <a:r>
                        <a:rPr lang="nb-NO" sz="900" b="0" i="0" u="none" strike="noStrike">
                          <a:solidFill>
                            <a:srgbClr val="000000"/>
                          </a:solidFill>
                          <a:effectLst/>
                          <a:latin typeface="Aptos Narrow" panose="020B0004020202020204" pitchFamily="34" charset="0"/>
                        </a:rPr>
                        <a:t>522</a:t>
                      </a:r>
                    </a:p>
                  </a:txBody>
                  <a:tcPr marL="8250" marR="8250" marT="82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C000"/>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250" marR="8250" marT="8250" marB="0" anchor="b">
                    <a:lnL>
                      <a:noFill/>
                    </a:lnL>
                    <a:lnR>
                      <a:noFill/>
                    </a:lnR>
                    <a:lnT>
                      <a:noFill/>
                    </a:lnT>
                    <a:lnB>
                      <a:noFill/>
                    </a:lnB>
                    <a:noFill/>
                  </a:tcPr>
                </a:tc>
                <a:extLst>
                  <a:ext uri="{0D108BD9-81ED-4DB2-BD59-A6C34878D82A}">
                    <a16:rowId xmlns:a16="http://schemas.microsoft.com/office/drawing/2014/main" val="2745824835"/>
                  </a:ext>
                </a:extLst>
              </a:tr>
            </a:tbl>
          </a:graphicData>
        </a:graphic>
      </p:graphicFrame>
    </p:spTree>
    <p:extLst>
      <p:ext uri="{BB962C8B-B14F-4D97-AF65-F5344CB8AC3E}">
        <p14:creationId xmlns:p14="http://schemas.microsoft.com/office/powerpoint/2010/main" val="3522464002"/>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39F43-496D-FE50-31B8-8400C23F7A83}"/>
              </a:ext>
            </a:extLst>
          </p:cNvPr>
          <p:cNvSpPr>
            <a:spLocks noGrp="1"/>
          </p:cNvSpPr>
          <p:nvPr>
            <p:ph type="title"/>
          </p:nvPr>
        </p:nvSpPr>
        <p:spPr/>
        <p:txBody>
          <a:bodyPr/>
          <a:lstStyle/>
          <a:p>
            <a:endParaRPr lang="en-US"/>
          </a:p>
        </p:txBody>
      </p:sp>
      <p:graphicFrame>
        <p:nvGraphicFramePr>
          <p:cNvPr id="6" name="Plassholder for innhold 5">
            <a:extLst>
              <a:ext uri="{FF2B5EF4-FFF2-40B4-BE49-F238E27FC236}">
                <a16:creationId xmlns:a16="http://schemas.microsoft.com/office/drawing/2014/main" id="{E9D781A6-E9D2-522B-AD08-BA20367AAA94}"/>
              </a:ext>
            </a:extLst>
          </p:cNvPr>
          <p:cNvGraphicFramePr>
            <a:graphicFrameLocks noGrp="1"/>
          </p:cNvGraphicFramePr>
          <p:nvPr>
            <p:ph idx="1"/>
            <p:extLst>
              <p:ext uri="{D42A27DB-BD31-4B8C-83A1-F6EECF244321}">
                <p14:modId xmlns:p14="http://schemas.microsoft.com/office/powerpoint/2010/main" val="2689278707"/>
              </p:ext>
            </p:extLst>
          </p:nvPr>
        </p:nvGraphicFramePr>
        <p:xfrm>
          <a:off x="838200" y="365125"/>
          <a:ext cx="10515604" cy="4553280"/>
        </p:xfrm>
        <a:graphic>
          <a:graphicData uri="http://schemas.openxmlformats.org/drawingml/2006/table">
            <a:tbl>
              <a:tblPr/>
              <a:tblGrid>
                <a:gridCol w="1366222">
                  <a:extLst>
                    <a:ext uri="{9D8B030D-6E8A-4147-A177-3AD203B41FA5}">
                      <a16:colId xmlns:a16="http://schemas.microsoft.com/office/drawing/2014/main" val="1634683268"/>
                    </a:ext>
                  </a:extLst>
                </a:gridCol>
                <a:gridCol w="508299">
                  <a:extLst>
                    <a:ext uri="{9D8B030D-6E8A-4147-A177-3AD203B41FA5}">
                      <a16:colId xmlns:a16="http://schemas.microsoft.com/office/drawing/2014/main" val="3776208608"/>
                    </a:ext>
                  </a:extLst>
                </a:gridCol>
                <a:gridCol w="508299">
                  <a:extLst>
                    <a:ext uri="{9D8B030D-6E8A-4147-A177-3AD203B41FA5}">
                      <a16:colId xmlns:a16="http://schemas.microsoft.com/office/drawing/2014/main" val="582719663"/>
                    </a:ext>
                  </a:extLst>
                </a:gridCol>
                <a:gridCol w="508299">
                  <a:extLst>
                    <a:ext uri="{9D8B030D-6E8A-4147-A177-3AD203B41FA5}">
                      <a16:colId xmlns:a16="http://schemas.microsoft.com/office/drawing/2014/main" val="1359843292"/>
                    </a:ext>
                  </a:extLst>
                </a:gridCol>
                <a:gridCol w="508299">
                  <a:extLst>
                    <a:ext uri="{9D8B030D-6E8A-4147-A177-3AD203B41FA5}">
                      <a16:colId xmlns:a16="http://schemas.microsoft.com/office/drawing/2014/main" val="2229792852"/>
                    </a:ext>
                  </a:extLst>
                </a:gridCol>
                <a:gridCol w="508299">
                  <a:extLst>
                    <a:ext uri="{9D8B030D-6E8A-4147-A177-3AD203B41FA5}">
                      <a16:colId xmlns:a16="http://schemas.microsoft.com/office/drawing/2014/main" val="2287082736"/>
                    </a:ext>
                  </a:extLst>
                </a:gridCol>
                <a:gridCol w="508299">
                  <a:extLst>
                    <a:ext uri="{9D8B030D-6E8A-4147-A177-3AD203B41FA5}">
                      <a16:colId xmlns:a16="http://schemas.microsoft.com/office/drawing/2014/main" val="1978375174"/>
                    </a:ext>
                  </a:extLst>
                </a:gridCol>
                <a:gridCol w="508299">
                  <a:extLst>
                    <a:ext uri="{9D8B030D-6E8A-4147-A177-3AD203B41FA5}">
                      <a16:colId xmlns:a16="http://schemas.microsoft.com/office/drawing/2014/main" val="570883075"/>
                    </a:ext>
                  </a:extLst>
                </a:gridCol>
                <a:gridCol w="508299">
                  <a:extLst>
                    <a:ext uri="{9D8B030D-6E8A-4147-A177-3AD203B41FA5}">
                      <a16:colId xmlns:a16="http://schemas.microsoft.com/office/drawing/2014/main" val="2673992855"/>
                    </a:ext>
                  </a:extLst>
                </a:gridCol>
                <a:gridCol w="508299">
                  <a:extLst>
                    <a:ext uri="{9D8B030D-6E8A-4147-A177-3AD203B41FA5}">
                      <a16:colId xmlns:a16="http://schemas.microsoft.com/office/drawing/2014/main" val="2489003905"/>
                    </a:ext>
                  </a:extLst>
                </a:gridCol>
                <a:gridCol w="508299">
                  <a:extLst>
                    <a:ext uri="{9D8B030D-6E8A-4147-A177-3AD203B41FA5}">
                      <a16:colId xmlns:a16="http://schemas.microsoft.com/office/drawing/2014/main" val="2973734065"/>
                    </a:ext>
                  </a:extLst>
                </a:gridCol>
                <a:gridCol w="508299">
                  <a:extLst>
                    <a:ext uri="{9D8B030D-6E8A-4147-A177-3AD203B41FA5}">
                      <a16:colId xmlns:a16="http://schemas.microsoft.com/office/drawing/2014/main" val="1843159243"/>
                    </a:ext>
                  </a:extLst>
                </a:gridCol>
                <a:gridCol w="508299">
                  <a:extLst>
                    <a:ext uri="{9D8B030D-6E8A-4147-A177-3AD203B41FA5}">
                      <a16:colId xmlns:a16="http://schemas.microsoft.com/office/drawing/2014/main" val="3335209616"/>
                    </a:ext>
                  </a:extLst>
                </a:gridCol>
                <a:gridCol w="508299">
                  <a:extLst>
                    <a:ext uri="{9D8B030D-6E8A-4147-A177-3AD203B41FA5}">
                      <a16:colId xmlns:a16="http://schemas.microsoft.com/office/drawing/2014/main" val="1500381905"/>
                    </a:ext>
                  </a:extLst>
                </a:gridCol>
                <a:gridCol w="508299">
                  <a:extLst>
                    <a:ext uri="{9D8B030D-6E8A-4147-A177-3AD203B41FA5}">
                      <a16:colId xmlns:a16="http://schemas.microsoft.com/office/drawing/2014/main" val="2851394188"/>
                    </a:ext>
                  </a:extLst>
                </a:gridCol>
                <a:gridCol w="508299">
                  <a:extLst>
                    <a:ext uri="{9D8B030D-6E8A-4147-A177-3AD203B41FA5}">
                      <a16:colId xmlns:a16="http://schemas.microsoft.com/office/drawing/2014/main" val="2356044449"/>
                    </a:ext>
                  </a:extLst>
                </a:gridCol>
                <a:gridCol w="508299">
                  <a:extLst>
                    <a:ext uri="{9D8B030D-6E8A-4147-A177-3AD203B41FA5}">
                      <a16:colId xmlns:a16="http://schemas.microsoft.com/office/drawing/2014/main" val="1537240394"/>
                    </a:ext>
                  </a:extLst>
                </a:gridCol>
                <a:gridCol w="508299">
                  <a:extLst>
                    <a:ext uri="{9D8B030D-6E8A-4147-A177-3AD203B41FA5}">
                      <a16:colId xmlns:a16="http://schemas.microsoft.com/office/drawing/2014/main" val="1415710489"/>
                    </a:ext>
                  </a:extLst>
                </a:gridCol>
                <a:gridCol w="508299">
                  <a:extLst>
                    <a:ext uri="{9D8B030D-6E8A-4147-A177-3AD203B41FA5}">
                      <a16:colId xmlns:a16="http://schemas.microsoft.com/office/drawing/2014/main" val="1984050014"/>
                    </a:ext>
                  </a:extLst>
                </a:gridCol>
              </a:tblGrid>
              <a:tr h="189720">
                <a:tc>
                  <a:txBody>
                    <a:bodyPr/>
                    <a:lstStyle/>
                    <a:p>
                      <a:pPr algn="l" fontAlgn="b"/>
                      <a:r>
                        <a:rPr lang="nb-NO" sz="900" b="1" i="0" u="none" strike="noStrike">
                          <a:solidFill>
                            <a:srgbClr val="000000"/>
                          </a:solidFill>
                          <a:effectLst/>
                          <a:latin typeface="Aptos Narrow"/>
                        </a:rPr>
                        <a:t>Gruppe 7 - Prosjektplan</a:t>
                      </a: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extLst>
                  <a:ext uri="{0D108BD9-81ED-4DB2-BD59-A6C34878D82A}">
                    <a16:rowId xmlns:a16="http://schemas.microsoft.com/office/drawing/2014/main" val="2716626009"/>
                  </a:ext>
                </a:extLst>
              </a:tr>
              <a:tr h="189720">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extLst>
                  <a:ext uri="{0D108BD9-81ED-4DB2-BD59-A6C34878D82A}">
                    <a16:rowId xmlns:a16="http://schemas.microsoft.com/office/drawing/2014/main" val="3249145595"/>
                  </a:ext>
                </a:extLst>
              </a:tr>
              <a:tr h="189720">
                <a:tc>
                  <a:txBody>
                    <a:bodyPr/>
                    <a:lstStyle/>
                    <a:p>
                      <a:pPr algn="l" fontAlgn="b"/>
                      <a:r>
                        <a:rPr lang="nb-NO" sz="900" b="1" i="0" u="none" strike="noStrike">
                          <a:solidFill>
                            <a:srgbClr val="FFFFFF"/>
                          </a:solidFill>
                          <a:effectLst/>
                          <a:latin typeface="Aptos Narrow"/>
                        </a:rPr>
                        <a:t>Arbeid</a:t>
                      </a:r>
                    </a:p>
                  </a:txBody>
                  <a:tcPr marL="8072" marR="8072" marT="8072" marB="3874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47474"/>
                    </a:solidFill>
                  </a:tcPr>
                </a:tc>
                <a:tc>
                  <a:txBody>
                    <a:bodyPr/>
                    <a:lstStyle/>
                    <a:p>
                      <a:pPr algn="l" fontAlgn="b"/>
                      <a:r>
                        <a:rPr lang="nb-NO" sz="900" b="0" i="0" u="none" strike="noStrike">
                          <a:solidFill>
                            <a:srgbClr val="000000"/>
                          </a:solidFill>
                          <a:effectLst/>
                          <a:latin typeface="Aptos Narrow"/>
                        </a:rPr>
                        <a:t>Timer</a:t>
                      </a:r>
                    </a:p>
                  </a:txBody>
                  <a:tcPr marL="8072" marR="8072" marT="8072" marB="3874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DADAD"/>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extLst>
                  <a:ext uri="{0D108BD9-81ED-4DB2-BD59-A6C34878D82A}">
                    <a16:rowId xmlns:a16="http://schemas.microsoft.com/office/drawing/2014/main" val="4202592018"/>
                  </a:ext>
                </a:extLst>
              </a:tr>
              <a:tr h="189720">
                <a:tc>
                  <a:txBody>
                    <a:bodyPr/>
                    <a:lstStyle/>
                    <a:p>
                      <a:pPr algn="l" fontAlgn="b"/>
                      <a:r>
                        <a:rPr lang="nb-NO" sz="900" b="0" i="0" u="none" strike="noStrike">
                          <a:solidFill>
                            <a:srgbClr val="000000"/>
                          </a:solidFill>
                          <a:effectLst/>
                          <a:latin typeface="Aptos Narrow"/>
                        </a:rPr>
                        <a:t>Tirsdag: 09.00 - 15.00</a:t>
                      </a:r>
                    </a:p>
                  </a:txBody>
                  <a:tcPr marL="8072" marR="8072" marT="8072" marB="3874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r" fontAlgn="b"/>
                      <a:r>
                        <a:rPr lang="nb-NO" sz="900" b="0" i="0" u="none" strike="noStrike">
                          <a:solidFill>
                            <a:srgbClr val="000000"/>
                          </a:solidFill>
                          <a:effectLst/>
                          <a:latin typeface="Aptos Narrow"/>
                        </a:rPr>
                        <a:t>6</a:t>
                      </a:r>
                    </a:p>
                  </a:txBody>
                  <a:tcPr marL="8072" marR="8072" marT="8072" marB="3874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extLst>
                  <a:ext uri="{0D108BD9-81ED-4DB2-BD59-A6C34878D82A}">
                    <a16:rowId xmlns:a16="http://schemas.microsoft.com/office/drawing/2014/main" val="3737463558"/>
                  </a:ext>
                </a:extLst>
              </a:tr>
              <a:tr h="189720">
                <a:tc>
                  <a:txBody>
                    <a:bodyPr/>
                    <a:lstStyle/>
                    <a:p>
                      <a:pPr algn="l" fontAlgn="b"/>
                      <a:r>
                        <a:rPr lang="nb-NO" sz="900" b="0" i="0" u="none" strike="noStrike">
                          <a:solidFill>
                            <a:srgbClr val="000000"/>
                          </a:solidFill>
                          <a:effectLst/>
                          <a:latin typeface="Aptos Narrow"/>
                        </a:rPr>
                        <a:t>Torsdag: 09.00 - 15.00</a:t>
                      </a:r>
                    </a:p>
                  </a:txBody>
                  <a:tcPr marL="8072" marR="8072" marT="8072" marB="3874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AEDFB"/>
                    </a:solidFill>
                  </a:tcPr>
                </a:tc>
                <a:tc>
                  <a:txBody>
                    <a:bodyPr/>
                    <a:lstStyle/>
                    <a:p>
                      <a:pPr algn="r" fontAlgn="b"/>
                      <a:r>
                        <a:rPr lang="nb-NO" sz="900" b="0" i="0" u="none" strike="noStrike">
                          <a:solidFill>
                            <a:srgbClr val="000000"/>
                          </a:solidFill>
                          <a:effectLst/>
                          <a:latin typeface="Aptos Narrow"/>
                        </a:rPr>
                        <a:t>6</a:t>
                      </a:r>
                    </a:p>
                  </a:txBody>
                  <a:tcPr marL="8072" marR="8072" marT="8072" marB="3874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extLst>
                  <a:ext uri="{0D108BD9-81ED-4DB2-BD59-A6C34878D82A}">
                    <a16:rowId xmlns:a16="http://schemas.microsoft.com/office/drawing/2014/main" val="2466894538"/>
                  </a:ext>
                </a:extLst>
              </a:tr>
              <a:tr h="189720">
                <a:tc>
                  <a:txBody>
                    <a:bodyPr/>
                    <a:lstStyle/>
                    <a:p>
                      <a:pPr algn="l" fontAlgn="b"/>
                      <a:r>
                        <a:rPr lang="nb-NO" sz="900" b="1" i="0" u="none" strike="noStrike">
                          <a:solidFill>
                            <a:srgbClr val="000000"/>
                          </a:solidFill>
                          <a:effectLst/>
                          <a:latin typeface="Aptos Narrow"/>
                        </a:rPr>
                        <a:t>Sum timer</a:t>
                      </a:r>
                    </a:p>
                  </a:txBody>
                  <a:tcPr marL="8072" marR="8072" marT="8072" marB="3874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r" fontAlgn="b"/>
                      <a:r>
                        <a:rPr lang="nb-NO" sz="900" b="0" i="0" u="none" strike="noStrike">
                          <a:solidFill>
                            <a:srgbClr val="000000"/>
                          </a:solidFill>
                          <a:effectLst/>
                          <a:latin typeface="Aptos Narrow"/>
                        </a:rPr>
                        <a:t>12</a:t>
                      </a:r>
                    </a:p>
                  </a:txBody>
                  <a:tcPr marL="8072" marR="8072" marT="8072" marB="3874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extLst>
                  <a:ext uri="{0D108BD9-81ED-4DB2-BD59-A6C34878D82A}">
                    <a16:rowId xmlns:a16="http://schemas.microsoft.com/office/drawing/2014/main" val="2558023562"/>
                  </a:ext>
                </a:extLst>
              </a:tr>
              <a:tr h="189720">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74785465"/>
                  </a:ext>
                </a:extLst>
              </a:tr>
              <a:tr h="189720">
                <a:tc>
                  <a:txBody>
                    <a:bodyPr/>
                    <a:lstStyle/>
                    <a:p>
                      <a:pPr algn="ctr" fontAlgn="b"/>
                      <a:r>
                        <a:rPr lang="nb-NO" sz="900" b="1" i="0" u="none" strike="noStrike">
                          <a:solidFill>
                            <a:srgbClr val="FFFFFF"/>
                          </a:solidFill>
                          <a:effectLst/>
                          <a:latin typeface="Aptos Narrow"/>
                        </a:rPr>
                        <a:t>UKE ---&gt;</a:t>
                      </a:r>
                    </a:p>
                  </a:txBody>
                  <a:tcPr marL="8072" marR="8072" marT="8072" marB="38747"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47474"/>
                    </a:solidFill>
                  </a:tcPr>
                </a:tc>
                <a:tc>
                  <a:txBody>
                    <a:bodyPr/>
                    <a:lstStyle/>
                    <a:p>
                      <a:pPr algn="r" fontAlgn="b"/>
                      <a:r>
                        <a:rPr lang="nb-NO" sz="900" b="1" i="0" u="none" strike="noStrike">
                          <a:solidFill>
                            <a:srgbClr val="000000"/>
                          </a:solidFill>
                          <a:effectLst/>
                          <a:latin typeface="Aptos Narrow"/>
                        </a:rPr>
                        <a:t>5</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900" b="1" i="0" u="none" strike="noStrike">
                          <a:solidFill>
                            <a:srgbClr val="000000"/>
                          </a:solidFill>
                          <a:effectLst/>
                          <a:latin typeface="Aptos Narrow"/>
                        </a:rPr>
                        <a:t>6</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900" b="1" i="0" u="none" strike="noStrike">
                          <a:solidFill>
                            <a:srgbClr val="000000"/>
                          </a:solidFill>
                          <a:effectLst/>
                          <a:latin typeface="Aptos Narrow"/>
                        </a:rPr>
                        <a:t>7</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900" b="1" i="0" u="none" strike="noStrike">
                          <a:solidFill>
                            <a:srgbClr val="000000"/>
                          </a:solidFill>
                          <a:effectLst/>
                          <a:latin typeface="Aptos Narrow"/>
                        </a:rPr>
                        <a:t>8</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900" b="1" i="0" u="none" strike="noStrike">
                          <a:solidFill>
                            <a:srgbClr val="000000"/>
                          </a:solidFill>
                          <a:effectLst/>
                          <a:latin typeface="Aptos Narrow"/>
                        </a:rPr>
                        <a:t>9</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900" b="1" i="0" u="none" strike="noStrike">
                          <a:solidFill>
                            <a:srgbClr val="000000"/>
                          </a:solidFill>
                          <a:effectLst/>
                          <a:latin typeface="Aptos Narrow"/>
                        </a:rPr>
                        <a:t>10</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900" b="1" i="0" u="none" strike="noStrike">
                          <a:solidFill>
                            <a:srgbClr val="000000"/>
                          </a:solidFill>
                          <a:effectLst/>
                          <a:latin typeface="Aptos Narrow"/>
                        </a:rPr>
                        <a:t>11</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900" b="1" i="0" u="none" strike="noStrike">
                          <a:solidFill>
                            <a:srgbClr val="000000"/>
                          </a:solidFill>
                          <a:effectLst/>
                          <a:latin typeface="Aptos Narrow"/>
                        </a:rPr>
                        <a:t>12</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900" b="1" i="0" u="none" strike="noStrike">
                          <a:solidFill>
                            <a:srgbClr val="000000"/>
                          </a:solidFill>
                          <a:effectLst/>
                          <a:latin typeface="Aptos Narrow"/>
                        </a:rPr>
                        <a:t>13</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900" b="1" i="0" u="none" strike="noStrike">
                          <a:solidFill>
                            <a:srgbClr val="000000"/>
                          </a:solidFill>
                          <a:effectLst/>
                          <a:latin typeface="Aptos Narrow"/>
                        </a:rPr>
                        <a:t>14</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900" b="1" i="0" u="none" strike="noStrike">
                          <a:solidFill>
                            <a:srgbClr val="000000"/>
                          </a:solidFill>
                          <a:effectLst/>
                          <a:latin typeface="Aptos Narrow"/>
                        </a:rPr>
                        <a:t>15</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900" b="1" i="0" u="none" strike="noStrike">
                          <a:solidFill>
                            <a:srgbClr val="000000"/>
                          </a:solidFill>
                          <a:effectLst/>
                          <a:latin typeface="Aptos Narrow"/>
                        </a:rPr>
                        <a:t>16</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900" b="1" i="0" u="none" strike="noStrike">
                          <a:solidFill>
                            <a:srgbClr val="000000"/>
                          </a:solidFill>
                          <a:effectLst/>
                          <a:latin typeface="Aptos Narrow"/>
                        </a:rPr>
                        <a:t>17</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900" b="1" i="0" u="none" strike="noStrike">
                          <a:solidFill>
                            <a:srgbClr val="000000"/>
                          </a:solidFill>
                          <a:effectLst/>
                          <a:latin typeface="Aptos Narrow"/>
                        </a:rPr>
                        <a:t>18</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900" b="1" i="0" u="none" strike="noStrike">
                          <a:solidFill>
                            <a:srgbClr val="000000"/>
                          </a:solidFill>
                          <a:effectLst/>
                          <a:latin typeface="Aptos Narrow"/>
                        </a:rPr>
                        <a:t>19</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900" b="1" i="0" u="none" strike="noStrike">
                          <a:solidFill>
                            <a:srgbClr val="000000"/>
                          </a:solidFill>
                          <a:effectLst/>
                          <a:latin typeface="Aptos Narrow"/>
                        </a:rPr>
                        <a:t>20</a:t>
                      </a:r>
                    </a:p>
                  </a:txBody>
                  <a:tcPr marL="8072" marR="8072" marT="8072" marB="38747"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900" b="1" i="0" u="none" strike="noStrike">
                          <a:solidFill>
                            <a:srgbClr val="000000"/>
                          </a:solidFill>
                          <a:effectLst/>
                          <a:latin typeface="Aptos Narrow"/>
                        </a:rPr>
                        <a:t>21</a:t>
                      </a:r>
                    </a:p>
                  </a:txBody>
                  <a:tcPr marL="8072" marR="8072" marT="8072" marB="38747"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49EDD"/>
                    </a:solidFill>
                  </a:tcPr>
                </a:tc>
                <a:tc>
                  <a:txBody>
                    <a:bodyPr/>
                    <a:lstStyle/>
                    <a:p>
                      <a:pPr algn="r" fontAlgn="b"/>
                      <a:r>
                        <a:rPr lang="nb-NO" sz="900" b="1" i="0" u="none" strike="noStrike">
                          <a:solidFill>
                            <a:srgbClr val="000000"/>
                          </a:solidFill>
                          <a:effectLst/>
                          <a:latin typeface="Aptos Narrow"/>
                        </a:rPr>
                        <a:t>22</a:t>
                      </a:r>
                    </a:p>
                  </a:txBody>
                  <a:tcPr marL="8072" marR="8072" marT="8072" marB="38747"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49EDD"/>
                    </a:solidFill>
                  </a:tcPr>
                </a:tc>
                <a:extLst>
                  <a:ext uri="{0D108BD9-81ED-4DB2-BD59-A6C34878D82A}">
                    <a16:rowId xmlns:a16="http://schemas.microsoft.com/office/drawing/2014/main" val="1448385882"/>
                  </a:ext>
                </a:extLst>
              </a:tr>
              <a:tr h="189720">
                <a:tc>
                  <a:txBody>
                    <a:bodyPr/>
                    <a:lstStyle/>
                    <a:p>
                      <a:pPr algn="l" fontAlgn="b"/>
                      <a:r>
                        <a:rPr lang="nb-NO" sz="900" b="1" i="0" u="none" strike="noStrike">
                          <a:solidFill>
                            <a:srgbClr val="000000"/>
                          </a:solidFill>
                          <a:effectLst/>
                          <a:latin typeface="Aptos Narrow"/>
                        </a:rPr>
                        <a:t>Kenneth</a:t>
                      </a:r>
                    </a:p>
                  </a:txBody>
                  <a:tcPr marL="8072" marR="8072" marT="8072" marB="3874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4F5"/>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Man -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PÅSKE</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DADAD"/>
                    </a:solidFill>
                  </a:tcPr>
                </a:tc>
                <a:tc>
                  <a:txBody>
                    <a:bodyPr/>
                    <a:lstStyle/>
                    <a:p>
                      <a:pPr algn="ctr" fontAlgn="b"/>
                      <a:r>
                        <a:rPr lang="nb-NO" sz="900" b="0" i="0" u="none" strike="noStrike">
                          <a:solidFill>
                            <a:srgbClr val="000000"/>
                          </a:solidFill>
                          <a:effectLst/>
                          <a:latin typeface="Aptos Narrow"/>
                        </a:rPr>
                        <a:t>Tir - To</a:t>
                      </a:r>
                      <a:endParaRPr lang="nb-NO" sz="900" b="0" i="0" u="none" strike="noStrike">
                        <a:solidFill>
                          <a:srgbClr val="000000"/>
                        </a:solidFill>
                        <a:effectLst/>
                        <a:latin typeface="Aptos Narrow" panose="020B0004020202020204" pitchFamily="34" charset="0"/>
                      </a:endParaRP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extLst>
                  <a:ext uri="{0D108BD9-81ED-4DB2-BD59-A6C34878D82A}">
                    <a16:rowId xmlns:a16="http://schemas.microsoft.com/office/drawing/2014/main" val="3921089895"/>
                  </a:ext>
                </a:extLst>
              </a:tr>
              <a:tr h="189720">
                <a:tc>
                  <a:txBody>
                    <a:bodyPr/>
                    <a:lstStyle/>
                    <a:p>
                      <a:pPr algn="l" fontAlgn="b"/>
                      <a:r>
                        <a:rPr lang="nb-NO" sz="900" b="1" i="0" u="none" strike="noStrike">
                          <a:solidFill>
                            <a:srgbClr val="000000"/>
                          </a:solidFill>
                          <a:effectLst/>
                          <a:latin typeface="Aptos Narrow"/>
                        </a:rPr>
                        <a:t>Jonas</a:t>
                      </a:r>
                    </a:p>
                  </a:txBody>
                  <a:tcPr marL="8072" marR="8072" marT="8072" marB="3874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4F5"/>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Man -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PÅSKE</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DADAD"/>
                    </a:solidFill>
                  </a:tcPr>
                </a:tc>
                <a:tc>
                  <a:txBody>
                    <a:bodyPr/>
                    <a:lstStyle/>
                    <a:p>
                      <a:pPr algn="ctr" fontAlgn="b"/>
                      <a:r>
                        <a:rPr lang="nb-NO" sz="900" b="0" i="0" u="none" strike="noStrike">
                          <a:solidFill>
                            <a:srgbClr val="000000"/>
                          </a:solidFill>
                          <a:effectLst/>
                          <a:latin typeface="Aptos Narrow"/>
                        </a:rPr>
                        <a:t>Tir - To</a:t>
                      </a:r>
                      <a:endParaRPr lang="nb-NO" sz="900" b="0" i="0" u="none" strike="noStrike">
                        <a:solidFill>
                          <a:srgbClr val="000000"/>
                        </a:solidFill>
                        <a:effectLst/>
                        <a:latin typeface="Aptos Narrow" panose="020B0004020202020204" pitchFamily="34" charset="0"/>
                      </a:endParaRP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extLst>
                  <a:ext uri="{0D108BD9-81ED-4DB2-BD59-A6C34878D82A}">
                    <a16:rowId xmlns:a16="http://schemas.microsoft.com/office/drawing/2014/main" val="2567418152"/>
                  </a:ext>
                </a:extLst>
              </a:tr>
              <a:tr h="189720">
                <a:tc>
                  <a:txBody>
                    <a:bodyPr/>
                    <a:lstStyle/>
                    <a:p>
                      <a:pPr algn="l" fontAlgn="b"/>
                      <a:r>
                        <a:rPr lang="nb-NO" sz="900" b="1" i="0" u="none" strike="noStrike">
                          <a:solidFill>
                            <a:srgbClr val="000000"/>
                          </a:solidFill>
                          <a:effectLst/>
                          <a:latin typeface="Aptos Narrow"/>
                        </a:rPr>
                        <a:t>Kristian</a:t>
                      </a:r>
                    </a:p>
                  </a:txBody>
                  <a:tcPr marL="8072" marR="8072" marT="8072" marB="3874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4F5"/>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Man-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PÅSKE</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DADAD"/>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extLst>
                  <a:ext uri="{0D108BD9-81ED-4DB2-BD59-A6C34878D82A}">
                    <a16:rowId xmlns:a16="http://schemas.microsoft.com/office/drawing/2014/main" val="1022071896"/>
                  </a:ext>
                </a:extLst>
              </a:tr>
              <a:tr h="189720">
                <a:tc>
                  <a:txBody>
                    <a:bodyPr/>
                    <a:lstStyle/>
                    <a:p>
                      <a:pPr algn="l" fontAlgn="b"/>
                      <a:r>
                        <a:rPr lang="nb-NO" sz="900" b="1" i="0" u="none" strike="noStrike">
                          <a:solidFill>
                            <a:srgbClr val="000000"/>
                          </a:solidFill>
                          <a:effectLst/>
                          <a:latin typeface="Aptos Narrow"/>
                        </a:rPr>
                        <a:t>Mia </a:t>
                      </a:r>
                      <a:endParaRPr lang="nb-NO" sz="900" b="1" i="0" u="none" strike="noStrike">
                        <a:solidFill>
                          <a:srgbClr val="000000"/>
                        </a:solidFill>
                        <a:effectLst/>
                        <a:latin typeface="Aptos Narrow" panose="020B0004020202020204" pitchFamily="34" charset="0"/>
                      </a:endParaRPr>
                    </a:p>
                  </a:txBody>
                  <a:tcPr marL="8072" marR="8072" marT="8072" marB="3874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4F5"/>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Man-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PÅSKE</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DADAD"/>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extLst>
                  <a:ext uri="{0D108BD9-81ED-4DB2-BD59-A6C34878D82A}">
                    <a16:rowId xmlns:a16="http://schemas.microsoft.com/office/drawing/2014/main" val="1466790843"/>
                  </a:ext>
                </a:extLst>
              </a:tr>
              <a:tr h="189720">
                <a:tc>
                  <a:txBody>
                    <a:bodyPr/>
                    <a:lstStyle/>
                    <a:p>
                      <a:pPr algn="l" fontAlgn="b"/>
                      <a:r>
                        <a:rPr lang="nb-NO" sz="900" b="1" i="0" u="none" strike="noStrike">
                          <a:solidFill>
                            <a:srgbClr val="000000"/>
                          </a:solidFill>
                          <a:effectLst/>
                          <a:latin typeface="Aptos Narrow"/>
                        </a:rPr>
                        <a:t>Lucas </a:t>
                      </a:r>
                      <a:endParaRPr lang="nb-NO" sz="900" b="1" i="0" u="none" strike="noStrike">
                        <a:solidFill>
                          <a:srgbClr val="000000"/>
                        </a:solidFill>
                        <a:effectLst/>
                        <a:latin typeface="Aptos Narrow" panose="020B0004020202020204" pitchFamily="34" charset="0"/>
                      </a:endParaRPr>
                    </a:p>
                  </a:txBody>
                  <a:tcPr marL="8072" marR="8072" marT="8072" marB="3874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4F5"/>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Man-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PÅSKE</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DADAD"/>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CEEF"/>
                    </a:solidFill>
                  </a:tcPr>
                </a:tc>
                <a:tc>
                  <a:txBody>
                    <a:bodyPr/>
                    <a:lstStyle/>
                    <a:p>
                      <a:pPr algn="ctr" fontAlgn="b"/>
                      <a:r>
                        <a:rPr lang="nb-NO" sz="900" b="0" i="0" u="none" strike="noStrike">
                          <a:solidFill>
                            <a:srgbClr val="000000"/>
                          </a:solidFill>
                          <a:effectLst/>
                          <a:latin typeface="Aptos Narrow"/>
                        </a:rPr>
                        <a:t>Tir - Tor</a:t>
                      </a:r>
                    </a:p>
                  </a:txBody>
                  <a:tcPr marL="8072" marR="8072" marT="8072" marB="38747"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CEEF"/>
                    </a:solidFill>
                  </a:tcPr>
                </a:tc>
                <a:extLst>
                  <a:ext uri="{0D108BD9-81ED-4DB2-BD59-A6C34878D82A}">
                    <a16:rowId xmlns:a16="http://schemas.microsoft.com/office/drawing/2014/main" val="1892606545"/>
                  </a:ext>
                </a:extLst>
              </a:tr>
              <a:tr h="189720">
                <a:tc>
                  <a:txBody>
                    <a:bodyPr/>
                    <a:lstStyle/>
                    <a:p>
                      <a:pPr algn="ctr" fontAlgn="b"/>
                      <a:r>
                        <a:rPr lang="nb-NO" sz="900" b="1" i="0" u="none" strike="noStrike">
                          <a:solidFill>
                            <a:srgbClr val="000000"/>
                          </a:solidFill>
                          <a:effectLst/>
                          <a:latin typeface="Aptos Narrow"/>
                        </a:rPr>
                        <a:t>Sum timer</a:t>
                      </a:r>
                    </a:p>
                  </a:txBody>
                  <a:tcPr marL="8072" marR="8072" marT="8072" marB="3874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r" fontAlgn="b"/>
                      <a:r>
                        <a:rPr lang="nb-NO" sz="900" b="0" i="0" u="none" strike="noStrike">
                          <a:solidFill>
                            <a:srgbClr val="000000"/>
                          </a:solidFill>
                          <a:effectLst/>
                          <a:latin typeface="Aptos Narrow"/>
                        </a:rPr>
                        <a:t>60</a:t>
                      </a:r>
                    </a:p>
                  </a:txBody>
                  <a:tcPr marL="8072" marR="8072" marT="8072" marB="38747"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a:rPr>
                        <a:t>60</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a:rPr>
                        <a:t>60</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a:rPr>
                        <a:t>60</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a:rPr>
                        <a:t>60</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a:rPr>
                        <a:t>60</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a:rPr>
                        <a:t>60</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a:rPr>
                        <a:t>60</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a:rPr>
                        <a:t>0</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a:rPr>
                        <a:t>54</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a:rPr>
                        <a:t>60</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a:rPr>
                        <a:t>60</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a:rPr>
                        <a:t>60</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a:rPr>
                        <a:t>60</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a:rPr>
                        <a:t>60</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a:rPr>
                        <a:t>60</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1" i="0" u="none" strike="noStrike">
                          <a:solidFill>
                            <a:srgbClr val="FFFFFF"/>
                          </a:solidFill>
                          <a:effectLst/>
                          <a:latin typeface="Aptos Narrow"/>
                        </a:rPr>
                        <a:t>60</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lgn="r" fontAlgn="b"/>
                      <a:r>
                        <a:rPr lang="nb-NO" sz="900" b="1" i="0" u="none" strike="noStrike">
                          <a:solidFill>
                            <a:srgbClr val="FFFFFF"/>
                          </a:solidFill>
                          <a:effectLst/>
                          <a:latin typeface="Aptos Narrow"/>
                        </a:rPr>
                        <a:t>60</a:t>
                      </a:r>
                    </a:p>
                  </a:txBody>
                  <a:tcPr marL="8072" marR="8072" marT="8072" marB="3874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extLst>
                  <a:ext uri="{0D108BD9-81ED-4DB2-BD59-A6C34878D82A}">
                    <a16:rowId xmlns:a16="http://schemas.microsoft.com/office/drawing/2014/main" val="2586570643"/>
                  </a:ext>
                </a:extLst>
              </a:tr>
              <a:tr h="189720">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958522238"/>
                  </a:ext>
                </a:extLst>
              </a:tr>
              <a:tr h="189720">
                <a:tc>
                  <a:txBody>
                    <a:bodyPr/>
                    <a:lstStyle/>
                    <a:p>
                      <a:pPr algn="l" fontAlgn="b"/>
                      <a:r>
                        <a:rPr lang="nb-NO" sz="900" b="1" i="0" u="none" strike="noStrike">
                          <a:solidFill>
                            <a:srgbClr val="000000"/>
                          </a:solidFill>
                          <a:effectLst/>
                          <a:latin typeface="Aptos Narrow"/>
                        </a:rPr>
                        <a:t>Totale timer</a:t>
                      </a:r>
                    </a:p>
                  </a:txBody>
                  <a:tcPr marL="8072" marR="8072" marT="8072" marB="3874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49EDD"/>
                    </a:solidFill>
                  </a:tcPr>
                </a:tc>
                <a:tc>
                  <a:txBody>
                    <a:bodyPr/>
                    <a:lstStyle/>
                    <a:p>
                      <a:pPr algn="r" fontAlgn="b"/>
                      <a:r>
                        <a:rPr lang="nb-NO" sz="900" b="0" i="0" u="none" strike="noStrike">
                          <a:solidFill>
                            <a:srgbClr val="000000"/>
                          </a:solidFill>
                          <a:effectLst/>
                          <a:latin typeface="Aptos Narrow"/>
                        </a:rPr>
                        <a:t>1014</a:t>
                      </a:r>
                    </a:p>
                  </a:txBody>
                  <a:tcPr marL="8072" marR="8072" marT="8072" marB="3874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extLst>
                  <a:ext uri="{0D108BD9-81ED-4DB2-BD59-A6C34878D82A}">
                    <a16:rowId xmlns:a16="http://schemas.microsoft.com/office/drawing/2014/main" val="3740658904"/>
                  </a:ext>
                </a:extLst>
              </a:tr>
              <a:tr h="189720">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extLst>
                  <a:ext uri="{0D108BD9-81ED-4DB2-BD59-A6C34878D82A}">
                    <a16:rowId xmlns:a16="http://schemas.microsoft.com/office/drawing/2014/main" val="764393999"/>
                  </a:ext>
                </a:extLst>
              </a:tr>
              <a:tr h="189720">
                <a:tc>
                  <a:txBody>
                    <a:bodyPr/>
                    <a:lstStyle/>
                    <a:p>
                      <a:pPr algn="l" fontAlgn="b"/>
                      <a:r>
                        <a:rPr lang="nb-NO" sz="900" b="1" i="0" u="none" strike="noStrike">
                          <a:solidFill>
                            <a:srgbClr val="000000"/>
                          </a:solidFill>
                          <a:effectLst/>
                          <a:latin typeface="Aptos Narrow"/>
                        </a:rPr>
                        <a:t>Totale timer uten 21 og 22</a:t>
                      </a:r>
                    </a:p>
                  </a:txBody>
                  <a:tcPr marL="8072" marR="8072" marT="8072" marB="3874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r" fontAlgn="b"/>
                      <a:r>
                        <a:rPr lang="nb-NO" sz="900" b="0" i="0" u="none" strike="noStrike">
                          <a:solidFill>
                            <a:srgbClr val="000000"/>
                          </a:solidFill>
                          <a:effectLst/>
                          <a:latin typeface="Aptos Narrow"/>
                        </a:rPr>
                        <a:t>894</a:t>
                      </a:r>
                    </a:p>
                  </a:txBody>
                  <a:tcPr marL="8072" marR="8072" marT="8072" marB="3874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extLst>
                  <a:ext uri="{0D108BD9-81ED-4DB2-BD59-A6C34878D82A}">
                    <a16:rowId xmlns:a16="http://schemas.microsoft.com/office/drawing/2014/main" val="3030606698"/>
                  </a:ext>
                </a:extLst>
              </a:tr>
              <a:tr h="189720">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extLst>
                  <a:ext uri="{0D108BD9-81ED-4DB2-BD59-A6C34878D82A}">
                    <a16:rowId xmlns:a16="http://schemas.microsoft.com/office/drawing/2014/main" val="1977702043"/>
                  </a:ext>
                </a:extLst>
              </a:tr>
              <a:tr h="189720">
                <a:tc>
                  <a:txBody>
                    <a:bodyPr/>
                    <a:lstStyle/>
                    <a:p>
                      <a:pPr algn="l" fontAlgn="b"/>
                      <a:r>
                        <a:rPr lang="nb-NO" sz="900" b="1" i="0" u="none" strike="noStrike">
                          <a:solidFill>
                            <a:srgbClr val="FFFFFF"/>
                          </a:solidFill>
                          <a:effectLst/>
                          <a:latin typeface="Aptos Narrow"/>
                        </a:rPr>
                        <a:t>Deler uten 21 og 22</a:t>
                      </a:r>
                    </a:p>
                  </a:txBody>
                  <a:tcPr marL="8072" marR="8072" marT="8072" marB="3874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47474"/>
                    </a:solidFill>
                  </a:tcPr>
                </a:tc>
                <a:tc>
                  <a:txBody>
                    <a:bodyPr/>
                    <a:lstStyle/>
                    <a:p>
                      <a:pPr algn="l" fontAlgn="b"/>
                      <a:r>
                        <a:rPr lang="nb-NO" sz="900" b="1" i="0" u="none" strike="noStrike">
                          <a:solidFill>
                            <a:srgbClr val="000000"/>
                          </a:solidFill>
                          <a:effectLst/>
                          <a:latin typeface="Aptos Narrow"/>
                        </a:rPr>
                        <a:t>Timer</a:t>
                      </a:r>
                    </a:p>
                  </a:txBody>
                  <a:tcPr marL="8072" marR="8072" marT="8072" marB="3874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l" fontAlgn="b"/>
                      <a:r>
                        <a:rPr lang="nb-NO" sz="900" b="1" i="0" u="none" strike="noStrike">
                          <a:solidFill>
                            <a:srgbClr val="000000"/>
                          </a:solidFill>
                          <a:effectLst/>
                          <a:latin typeface="Aptos Narrow"/>
                        </a:rPr>
                        <a:t>T per pers</a:t>
                      </a:r>
                    </a:p>
                  </a:txBody>
                  <a:tcPr marL="8072" marR="8072" marT="8072" marB="3874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extLst>
                  <a:ext uri="{0D108BD9-81ED-4DB2-BD59-A6C34878D82A}">
                    <a16:rowId xmlns:a16="http://schemas.microsoft.com/office/drawing/2014/main" val="3655835656"/>
                  </a:ext>
                </a:extLst>
              </a:tr>
              <a:tr h="189720">
                <a:tc>
                  <a:txBody>
                    <a:bodyPr/>
                    <a:lstStyle/>
                    <a:p>
                      <a:pPr algn="l" fontAlgn="b"/>
                      <a:r>
                        <a:rPr lang="nb-NO" sz="900" b="1" i="0" u="none" strike="noStrike">
                          <a:solidFill>
                            <a:srgbClr val="000000"/>
                          </a:solidFill>
                          <a:effectLst/>
                          <a:latin typeface="Aptos Narrow"/>
                        </a:rPr>
                        <a:t>Planlegging </a:t>
                      </a:r>
                      <a:r>
                        <a:rPr lang="nb-NO" sz="900" b="0" i="0" u="none" strike="noStrike">
                          <a:solidFill>
                            <a:srgbClr val="000000"/>
                          </a:solidFill>
                          <a:effectLst/>
                          <a:latin typeface="Aptos Narrow"/>
                        </a:rPr>
                        <a:t>15%</a:t>
                      </a:r>
                      <a:endParaRPr lang="nb-NO" sz="900" b="1" i="0" u="none" strike="noStrike">
                        <a:solidFill>
                          <a:srgbClr val="000000"/>
                        </a:solidFill>
                        <a:effectLst/>
                        <a:latin typeface="Aptos Narrow"/>
                      </a:endParaRPr>
                    </a:p>
                  </a:txBody>
                  <a:tcPr marL="8072" marR="8072" marT="8072" marB="3874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ctr" fontAlgn="b"/>
                      <a:r>
                        <a:rPr lang="nb-NO" sz="900" b="0" i="0" u="none" strike="noStrike">
                          <a:solidFill>
                            <a:srgbClr val="000000"/>
                          </a:solidFill>
                          <a:effectLst/>
                          <a:latin typeface="Aptos Narrow"/>
                        </a:rPr>
                        <a:t>134.1</a:t>
                      </a:r>
                    </a:p>
                  </a:txBody>
                  <a:tcPr marL="8072" marR="8072" marT="8072" marB="3874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fontAlgn="b"/>
                      <a:r>
                        <a:rPr lang="nb-NO" sz="900" b="0" i="0" u="none" strike="noStrike">
                          <a:solidFill>
                            <a:srgbClr val="000000"/>
                          </a:solidFill>
                          <a:effectLst/>
                          <a:latin typeface="Aptos Narrow"/>
                        </a:rPr>
                        <a:t>26.82</a:t>
                      </a:r>
                    </a:p>
                  </a:txBody>
                  <a:tcPr marL="8072" marR="8072" marT="8072" marB="3874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extLst>
                  <a:ext uri="{0D108BD9-81ED-4DB2-BD59-A6C34878D82A}">
                    <a16:rowId xmlns:a16="http://schemas.microsoft.com/office/drawing/2014/main" val="279966082"/>
                  </a:ext>
                </a:extLst>
              </a:tr>
              <a:tr h="189720">
                <a:tc>
                  <a:txBody>
                    <a:bodyPr/>
                    <a:lstStyle/>
                    <a:p>
                      <a:pPr algn="l" fontAlgn="b"/>
                      <a:r>
                        <a:rPr lang="nb-NO" sz="900" b="1" i="0" u="none" strike="noStrike">
                          <a:solidFill>
                            <a:srgbClr val="000000"/>
                          </a:solidFill>
                          <a:effectLst/>
                          <a:latin typeface="Aptos Narrow"/>
                        </a:rPr>
                        <a:t>Analyse </a:t>
                      </a:r>
                      <a:r>
                        <a:rPr lang="nb-NO" sz="900" b="0" i="0" u="none" strike="noStrike">
                          <a:solidFill>
                            <a:srgbClr val="000000"/>
                          </a:solidFill>
                          <a:effectLst/>
                          <a:latin typeface="Aptos Narrow"/>
                        </a:rPr>
                        <a:t>20%</a:t>
                      </a:r>
                      <a:endParaRPr lang="nb-NO" sz="900" b="1" i="0" u="none" strike="noStrike">
                        <a:solidFill>
                          <a:srgbClr val="000000"/>
                        </a:solidFill>
                        <a:effectLst/>
                        <a:latin typeface="Aptos Narrow"/>
                      </a:endParaRPr>
                    </a:p>
                  </a:txBody>
                  <a:tcPr marL="8072" marR="8072" marT="8072" marB="3874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ctr" fontAlgn="b"/>
                      <a:r>
                        <a:rPr lang="nb-NO" sz="900" b="0" i="0" u="none" strike="noStrike">
                          <a:solidFill>
                            <a:srgbClr val="000000"/>
                          </a:solidFill>
                          <a:effectLst/>
                          <a:latin typeface="Aptos Narrow"/>
                        </a:rPr>
                        <a:t>178.8</a:t>
                      </a:r>
                    </a:p>
                  </a:txBody>
                  <a:tcPr marL="8072" marR="8072" marT="8072" marB="3874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fontAlgn="b"/>
                      <a:r>
                        <a:rPr lang="nb-NO" sz="900" b="0" i="0" u="none" strike="noStrike">
                          <a:solidFill>
                            <a:srgbClr val="000000"/>
                          </a:solidFill>
                          <a:effectLst/>
                          <a:latin typeface="Aptos Narrow"/>
                        </a:rPr>
                        <a:t>35.76</a:t>
                      </a:r>
                    </a:p>
                  </a:txBody>
                  <a:tcPr marL="8072" marR="8072" marT="8072" marB="3874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extLst>
                  <a:ext uri="{0D108BD9-81ED-4DB2-BD59-A6C34878D82A}">
                    <a16:rowId xmlns:a16="http://schemas.microsoft.com/office/drawing/2014/main" val="3786124376"/>
                  </a:ext>
                </a:extLst>
              </a:tr>
              <a:tr h="189720">
                <a:tc>
                  <a:txBody>
                    <a:bodyPr/>
                    <a:lstStyle/>
                    <a:p>
                      <a:pPr algn="l" fontAlgn="b"/>
                      <a:r>
                        <a:rPr lang="nb-NO" sz="900" b="1" i="0" u="none" strike="noStrike">
                          <a:solidFill>
                            <a:srgbClr val="000000"/>
                          </a:solidFill>
                          <a:effectLst/>
                          <a:latin typeface="Aptos Narrow"/>
                        </a:rPr>
                        <a:t>Design </a:t>
                      </a:r>
                      <a:r>
                        <a:rPr lang="nb-NO" sz="900" b="0" i="0" u="none" strike="noStrike">
                          <a:solidFill>
                            <a:srgbClr val="000000"/>
                          </a:solidFill>
                          <a:effectLst/>
                          <a:latin typeface="Aptos Narrow"/>
                        </a:rPr>
                        <a:t>35%</a:t>
                      </a:r>
                      <a:endParaRPr lang="nb-NO" sz="900" b="1" i="0" u="none" strike="noStrike">
                        <a:solidFill>
                          <a:srgbClr val="000000"/>
                        </a:solidFill>
                        <a:effectLst/>
                        <a:latin typeface="Aptos Narrow"/>
                      </a:endParaRPr>
                    </a:p>
                  </a:txBody>
                  <a:tcPr marL="8072" marR="8072" marT="8072" marB="3874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ctr" fontAlgn="b"/>
                      <a:r>
                        <a:rPr lang="nb-NO" sz="900" b="0" i="0" u="none" strike="noStrike">
                          <a:solidFill>
                            <a:srgbClr val="000000"/>
                          </a:solidFill>
                          <a:effectLst/>
                          <a:latin typeface="Aptos Narrow"/>
                        </a:rPr>
                        <a:t>312.9</a:t>
                      </a:r>
                    </a:p>
                  </a:txBody>
                  <a:tcPr marL="8072" marR="8072" marT="8072" marB="3874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fontAlgn="b"/>
                      <a:r>
                        <a:rPr lang="nb-NO" sz="900" b="0" i="0" u="none" strike="noStrike">
                          <a:solidFill>
                            <a:srgbClr val="000000"/>
                          </a:solidFill>
                          <a:effectLst/>
                          <a:latin typeface="Aptos Narrow"/>
                        </a:rPr>
                        <a:t>62.58</a:t>
                      </a:r>
                    </a:p>
                  </a:txBody>
                  <a:tcPr marL="8072" marR="8072" marT="8072" marB="3874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extLst>
                  <a:ext uri="{0D108BD9-81ED-4DB2-BD59-A6C34878D82A}">
                    <a16:rowId xmlns:a16="http://schemas.microsoft.com/office/drawing/2014/main" val="3317899285"/>
                  </a:ext>
                </a:extLst>
              </a:tr>
              <a:tr h="189720">
                <a:tc>
                  <a:txBody>
                    <a:bodyPr/>
                    <a:lstStyle/>
                    <a:p>
                      <a:pPr algn="l" fontAlgn="b"/>
                      <a:r>
                        <a:rPr lang="nb-NO" sz="900" b="1" i="0" u="none" strike="noStrike">
                          <a:solidFill>
                            <a:srgbClr val="000000"/>
                          </a:solidFill>
                          <a:effectLst/>
                          <a:latin typeface="Aptos Narrow"/>
                        </a:rPr>
                        <a:t>Implementering </a:t>
                      </a:r>
                      <a:r>
                        <a:rPr lang="nb-NO" sz="900" b="0" i="0" u="none" strike="noStrike">
                          <a:solidFill>
                            <a:srgbClr val="000000"/>
                          </a:solidFill>
                          <a:effectLst/>
                          <a:latin typeface="Aptos Narrow"/>
                        </a:rPr>
                        <a:t>30%</a:t>
                      </a:r>
                      <a:endParaRPr lang="nb-NO" sz="900" b="1" i="0" u="none" strike="noStrike">
                        <a:solidFill>
                          <a:srgbClr val="000000"/>
                        </a:solidFill>
                        <a:effectLst/>
                        <a:latin typeface="Aptos Narrow"/>
                      </a:endParaRPr>
                    </a:p>
                  </a:txBody>
                  <a:tcPr marL="8072" marR="8072" marT="8072" marB="3874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AEDFB"/>
                    </a:solidFill>
                  </a:tcPr>
                </a:tc>
                <a:tc>
                  <a:txBody>
                    <a:bodyPr/>
                    <a:lstStyle/>
                    <a:p>
                      <a:pPr algn="ctr" fontAlgn="b"/>
                      <a:r>
                        <a:rPr lang="nb-NO" sz="900" b="0" i="0" u="none" strike="noStrike">
                          <a:solidFill>
                            <a:srgbClr val="000000"/>
                          </a:solidFill>
                          <a:effectLst/>
                          <a:latin typeface="Aptos Narrow"/>
                        </a:rPr>
                        <a:t>268.2</a:t>
                      </a:r>
                    </a:p>
                  </a:txBody>
                  <a:tcPr marL="8072" marR="8072" marT="8072" marB="3874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r" fontAlgn="b"/>
                      <a:r>
                        <a:rPr lang="nb-NO" sz="900" b="0" i="0" u="none" strike="noStrike">
                          <a:solidFill>
                            <a:srgbClr val="000000"/>
                          </a:solidFill>
                          <a:effectLst/>
                          <a:latin typeface="Aptos Narrow"/>
                        </a:rPr>
                        <a:t>53.64</a:t>
                      </a:r>
                    </a:p>
                  </a:txBody>
                  <a:tcPr marL="8072" marR="8072" marT="8072" marB="3874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8072" marR="8072" marT="8072" marB="38747" anchor="b">
                    <a:lnL>
                      <a:noFill/>
                    </a:lnL>
                    <a:lnR>
                      <a:noFill/>
                    </a:lnR>
                    <a:lnT>
                      <a:noFill/>
                    </a:lnT>
                    <a:lnB>
                      <a:noFill/>
                    </a:lnB>
                    <a:noFill/>
                  </a:tcPr>
                </a:tc>
                <a:extLst>
                  <a:ext uri="{0D108BD9-81ED-4DB2-BD59-A6C34878D82A}">
                    <a16:rowId xmlns:a16="http://schemas.microsoft.com/office/drawing/2014/main" val="3454364576"/>
                  </a:ext>
                </a:extLst>
              </a:tr>
            </a:tbl>
          </a:graphicData>
        </a:graphic>
      </p:graphicFrame>
    </p:spTree>
    <p:extLst>
      <p:ext uri="{BB962C8B-B14F-4D97-AF65-F5344CB8AC3E}">
        <p14:creationId xmlns:p14="http://schemas.microsoft.com/office/powerpoint/2010/main" val="3874933173"/>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E77C7-AE7C-1EA1-8390-CEA5E9E194A6}"/>
              </a:ext>
            </a:extLst>
          </p:cNvPr>
          <p:cNvSpPr>
            <a:spLocks noGrp="1"/>
          </p:cNvSpPr>
          <p:nvPr>
            <p:ph type="title"/>
          </p:nvPr>
        </p:nvSpPr>
        <p:spPr/>
        <p:txBody>
          <a:bodyPr/>
          <a:lstStyle/>
          <a:p>
            <a:endParaRPr lang="en-US"/>
          </a:p>
        </p:txBody>
      </p:sp>
      <p:graphicFrame>
        <p:nvGraphicFramePr>
          <p:cNvPr id="6" name="Plassholder for innhold 5">
            <a:extLst>
              <a:ext uri="{FF2B5EF4-FFF2-40B4-BE49-F238E27FC236}">
                <a16:creationId xmlns:a16="http://schemas.microsoft.com/office/drawing/2014/main" id="{0DECB50D-326B-6BD3-2688-6C57487F6B5F}"/>
              </a:ext>
            </a:extLst>
          </p:cNvPr>
          <p:cNvGraphicFramePr>
            <a:graphicFrameLocks noGrp="1"/>
          </p:cNvGraphicFramePr>
          <p:nvPr>
            <p:ph idx="1"/>
            <p:extLst>
              <p:ext uri="{D42A27DB-BD31-4B8C-83A1-F6EECF244321}">
                <p14:modId xmlns:p14="http://schemas.microsoft.com/office/powerpoint/2010/main" val="1230373996"/>
              </p:ext>
            </p:extLst>
          </p:nvPr>
        </p:nvGraphicFramePr>
        <p:xfrm>
          <a:off x="838199" y="365124"/>
          <a:ext cx="10515598" cy="4902046"/>
        </p:xfrm>
        <a:graphic>
          <a:graphicData uri="http://schemas.openxmlformats.org/drawingml/2006/table">
            <a:tbl>
              <a:tblPr/>
              <a:tblGrid>
                <a:gridCol w="1594384">
                  <a:extLst>
                    <a:ext uri="{9D8B030D-6E8A-4147-A177-3AD203B41FA5}">
                      <a16:colId xmlns:a16="http://schemas.microsoft.com/office/drawing/2014/main" val="805592504"/>
                    </a:ext>
                  </a:extLst>
                </a:gridCol>
                <a:gridCol w="495623">
                  <a:extLst>
                    <a:ext uri="{9D8B030D-6E8A-4147-A177-3AD203B41FA5}">
                      <a16:colId xmlns:a16="http://schemas.microsoft.com/office/drawing/2014/main" val="607117026"/>
                    </a:ext>
                  </a:extLst>
                </a:gridCol>
                <a:gridCol w="495623">
                  <a:extLst>
                    <a:ext uri="{9D8B030D-6E8A-4147-A177-3AD203B41FA5}">
                      <a16:colId xmlns:a16="http://schemas.microsoft.com/office/drawing/2014/main" val="816953384"/>
                    </a:ext>
                  </a:extLst>
                </a:gridCol>
                <a:gridCol w="495623">
                  <a:extLst>
                    <a:ext uri="{9D8B030D-6E8A-4147-A177-3AD203B41FA5}">
                      <a16:colId xmlns:a16="http://schemas.microsoft.com/office/drawing/2014/main" val="999120996"/>
                    </a:ext>
                  </a:extLst>
                </a:gridCol>
                <a:gridCol w="495623">
                  <a:extLst>
                    <a:ext uri="{9D8B030D-6E8A-4147-A177-3AD203B41FA5}">
                      <a16:colId xmlns:a16="http://schemas.microsoft.com/office/drawing/2014/main" val="2325249202"/>
                    </a:ext>
                  </a:extLst>
                </a:gridCol>
                <a:gridCol w="495623">
                  <a:extLst>
                    <a:ext uri="{9D8B030D-6E8A-4147-A177-3AD203B41FA5}">
                      <a16:colId xmlns:a16="http://schemas.microsoft.com/office/drawing/2014/main" val="3111766848"/>
                    </a:ext>
                  </a:extLst>
                </a:gridCol>
                <a:gridCol w="495623">
                  <a:extLst>
                    <a:ext uri="{9D8B030D-6E8A-4147-A177-3AD203B41FA5}">
                      <a16:colId xmlns:a16="http://schemas.microsoft.com/office/drawing/2014/main" val="556172759"/>
                    </a:ext>
                  </a:extLst>
                </a:gridCol>
                <a:gridCol w="495623">
                  <a:extLst>
                    <a:ext uri="{9D8B030D-6E8A-4147-A177-3AD203B41FA5}">
                      <a16:colId xmlns:a16="http://schemas.microsoft.com/office/drawing/2014/main" val="3407111141"/>
                    </a:ext>
                  </a:extLst>
                </a:gridCol>
                <a:gridCol w="495623">
                  <a:extLst>
                    <a:ext uri="{9D8B030D-6E8A-4147-A177-3AD203B41FA5}">
                      <a16:colId xmlns:a16="http://schemas.microsoft.com/office/drawing/2014/main" val="3389123405"/>
                    </a:ext>
                  </a:extLst>
                </a:gridCol>
                <a:gridCol w="495623">
                  <a:extLst>
                    <a:ext uri="{9D8B030D-6E8A-4147-A177-3AD203B41FA5}">
                      <a16:colId xmlns:a16="http://schemas.microsoft.com/office/drawing/2014/main" val="1370377923"/>
                    </a:ext>
                  </a:extLst>
                </a:gridCol>
                <a:gridCol w="495623">
                  <a:extLst>
                    <a:ext uri="{9D8B030D-6E8A-4147-A177-3AD203B41FA5}">
                      <a16:colId xmlns:a16="http://schemas.microsoft.com/office/drawing/2014/main" val="2115053634"/>
                    </a:ext>
                  </a:extLst>
                </a:gridCol>
                <a:gridCol w="495623">
                  <a:extLst>
                    <a:ext uri="{9D8B030D-6E8A-4147-A177-3AD203B41FA5}">
                      <a16:colId xmlns:a16="http://schemas.microsoft.com/office/drawing/2014/main" val="3822513070"/>
                    </a:ext>
                  </a:extLst>
                </a:gridCol>
                <a:gridCol w="495623">
                  <a:extLst>
                    <a:ext uri="{9D8B030D-6E8A-4147-A177-3AD203B41FA5}">
                      <a16:colId xmlns:a16="http://schemas.microsoft.com/office/drawing/2014/main" val="2522103154"/>
                    </a:ext>
                  </a:extLst>
                </a:gridCol>
                <a:gridCol w="495623">
                  <a:extLst>
                    <a:ext uri="{9D8B030D-6E8A-4147-A177-3AD203B41FA5}">
                      <a16:colId xmlns:a16="http://schemas.microsoft.com/office/drawing/2014/main" val="3390616414"/>
                    </a:ext>
                  </a:extLst>
                </a:gridCol>
                <a:gridCol w="495623">
                  <a:extLst>
                    <a:ext uri="{9D8B030D-6E8A-4147-A177-3AD203B41FA5}">
                      <a16:colId xmlns:a16="http://schemas.microsoft.com/office/drawing/2014/main" val="2320454333"/>
                    </a:ext>
                  </a:extLst>
                </a:gridCol>
                <a:gridCol w="495623">
                  <a:extLst>
                    <a:ext uri="{9D8B030D-6E8A-4147-A177-3AD203B41FA5}">
                      <a16:colId xmlns:a16="http://schemas.microsoft.com/office/drawing/2014/main" val="2647800273"/>
                    </a:ext>
                  </a:extLst>
                </a:gridCol>
                <a:gridCol w="495623">
                  <a:extLst>
                    <a:ext uri="{9D8B030D-6E8A-4147-A177-3AD203B41FA5}">
                      <a16:colId xmlns:a16="http://schemas.microsoft.com/office/drawing/2014/main" val="2541468919"/>
                    </a:ext>
                  </a:extLst>
                </a:gridCol>
                <a:gridCol w="495623">
                  <a:extLst>
                    <a:ext uri="{9D8B030D-6E8A-4147-A177-3AD203B41FA5}">
                      <a16:colId xmlns:a16="http://schemas.microsoft.com/office/drawing/2014/main" val="1109822234"/>
                    </a:ext>
                  </a:extLst>
                </a:gridCol>
                <a:gridCol w="495623">
                  <a:extLst>
                    <a:ext uri="{9D8B030D-6E8A-4147-A177-3AD203B41FA5}">
                      <a16:colId xmlns:a16="http://schemas.microsoft.com/office/drawing/2014/main" val="3942341560"/>
                    </a:ext>
                  </a:extLst>
                </a:gridCol>
              </a:tblGrid>
              <a:tr h="184181">
                <a:tc>
                  <a:txBody>
                    <a:bodyPr/>
                    <a:lstStyle/>
                    <a:p>
                      <a:pPr algn="l" fontAlgn="b"/>
                      <a:r>
                        <a:rPr lang="nb-NO" sz="900" b="1" i="0" u="none" strike="noStrike">
                          <a:solidFill>
                            <a:srgbClr val="000000"/>
                          </a:solidFill>
                          <a:effectLst/>
                          <a:latin typeface="Aptos Narrow"/>
                        </a:rPr>
                        <a:t>Gruppe 7 – Prosjektplan: revidert</a:t>
                      </a:r>
                    </a:p>
                  </a:txBody>
                  <a:tcPr marL="7871" marR="7871" marT="7871" marB="3778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extLst>
                  <a:ext uri="{0D108BD9-81ED-4DB2-BD59-A6C34878D82A}">
                    <a16:rowId xmlns:a16="http://schemas.microsoft.com/office/drawing/2014/main" val="73041166"/>
                  </a:ext>
                </a:extLst>
              </a:tr>
              <a:tr h="221961">
                <a:tc>
                  <a:txBody>
                    <a:bodyPr/>
                    <a:lstStyle/>
                    <a:p>
                      <a:pPr algn="l" fontAlgn="b"/>
                      <a:r>
                        <a:rPr lang="nb-NO" sz="1100" b="1" i="0" u="none" strike="noStrike">
                          <a:solidFill>
                            <a:srgbClr val="FFFFFF"/>
                          </a:solidFill>
                          <a:effectLst/>
                          <a:latin typeface="Aptos Narrow"/>
                        </a:rPr>
                        <a:t>Arbeidstid</a:t>
                      </a:r>
                    </a:p>
                  </a:txBody>
                  <a:tcPr marL="7871" marR="7871" marT="7871" marB="3778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extLst>
                  <a:ext uri="{0D108BD9-81ED-4DB2-BD59-A6C34878D82A}">
                    <a16:rowId xmlns:a16="http://schemas.microsoft.com/office/drawing/2014/main" val="1871901737"/>
                  </a:ext>
                </a:extLst>
              </a:tr>
              <a:tr h="184181">
                <a:tc>
                  <a:txBody>
                    <a:bodyPr/>
                    <a:lstStyle/>
                    <a:p>
                      <a:pPr algn="l" fontAlgn="b"/>
                      <a:r>
                        <a:rPr lang="nb-NO" sz="900" b="1" i="0" u="none" strike="noStrike">
                          <a:solidFill>
                            <a:srgbClr val="FFFFFF"/>
                          </a:solidFill>
                          <a:effectLst/>
                          <a:latin typeface="Aptos Narrow"/>
                        </a:rPr>
                        <a:t>Dager</a:t>
                      </a:r>
                    </a:p>
                  </a:txBody>
                  <a:tcPr marL="7871" marR="7871" marT="7871" marB="3778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47474"/>
                    </a:solidFill>
                  </a:tcPr>
                </a:tc>
                <a:tc>
                  <a:txBody>
                    <a:bodyPr/>
                    <a:lstStyle/>
                    <a:p>
                      <a:pPr algn="l" fontAlgn="b"/>
                      <a:r>
                        <a:rPr lang="nb-NO" sz="900" b="0" i="0" u="none" strike="noStrike">
                          <a:solidFill>
                            <a:srgbClr val="000000"/>
                          </a:solidFill>
                          <a:effectLst/>
                          <a:latin typeface="Aptos Narrow"/>
                        </a:rPr>
                        <a:t>Timer</a:t>
                      </a:r>
                    </a:p>
                  </a:txBody>
                  <a:tcPr marL="7871" marR="7871" marT="7871" marB="3778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DADAD"/>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extLst>
                  <a:ext uri="{0D108BD9-81ED-4DB2-BD59-A6C34878D82A}">
                    <a16:rowId xmlns:a16="http://schemas.microsoft.com/office/drawing/2014/main" val="2581288203"/>
                  </a:ext>
                </a:extLst>
              </a:tr>
              <a:tr h="184181">
                <a:tc>
                  <a:txBody>
                    <a:bodyPr/>
                    <a:lstStyle/>
                    <a:p>
                      <a:pPr algn="l" fontAlgn="b"/>
                      <a:r>
                        <a:rPr lang="nb-NO" sz="900" b="0" i="0" u="none" strike="noStrike">
                          <a:solidFill>
                            <a:srgbClr val="000000"/>
                          </a:solidFill>
                          <a:effectLst/>
                          <a:latin typeface="Aptos Narrow"/>
                        </a:rPr>
                        <a:t>Tirsdag: 09.00 - 15.00</a:t>
                      </a:r>
                    </a:p>
                  </a:txBody>
                  <a:tcPr marL="7871" marR="7871" marT="7871" marB="3778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r" fontAlgn="b"/>
                      <a:r>
                        <a:rPr lang="nb-NO" sz="900" b="0" i="0" u="none" strike="noStrike">
                          <a:solidFill>
                            <a:srgbClr val="000000"/>
                          </a:solidFill>
                          <a:effectLst/>
                          <a:latin typeface="Aptos Narrow"/>
                        </a:rPr>
                        <a:t>6</a:t>
                      </a:r>
                    </a:p>
                  </a:txBody>
                  <a:tcPr marL="7871" marR="7871" marT="7871" marB="3778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extLst>
                  <a:ext uri="{0D108BD9-81ED-4DB2-BD59-A6C34878D82A}">
                    <a16:rowId xmlns:a16="http://schemas.microsoft.com/office/drawing/2014/main" val="3760569486"/>
                  </a:ext>
                </a:extLst>
              </a:tr>
              <a:tr h="184181">
                <a:tc>
                  <a:txBody>
                    <a:bodyPr/>
                    <a:lstStyle/>
                    <a:p>
                      <a:pPr algn="l" fontAlgn="b"/>
                      <a:r>
                        <a:rPr lang="nb-NO" sz="900" b="0" i="0" u="none" strike="noStrike">
                          <a:solidFill>
                            <a:srgbClr val="000000"/>
                          </a:solidFill>
                          <a:effectLst/>
                          <a:latin typeface="Aptos Narrow"/>
                        </a:rPr>
                        <a:t>Torsdag: 09.00 - 15.00</a:t>
                      </a:r>
                    </a:p>
                  </a:txBody>
                  <a:tcPr marL="7871" marR="7871" marT="7871" marB="3778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AEDFB"/>
                    </a:solidFill>
                  </a:tcPr>
                </a:tc>
                <a:tc>
                  <a:txBody>
                    <a:bodyPr/>
                    <a:lstStyle/>
                    <a:p>
                      <a:pPr algn="r" fontAlgn="b"/>
                      <a:r>
                        <a:rPr lang="nb-NO" sz="900" b="0" i="0" u="none" strike="noStrike">
                          <a:solidFill>
                            <a:srgbClr val="000000"/>
                          </a:solidFill>
                          <a:effectLst/>
                          <a:latin typeface="Aptos Narrow"/>
                        </a:rPr>
                        <a:t>6</a:t>
                      </a:r>
                    </a:p>
                  </a:txBody>
                  <a:tcPr marL="7871" marR="7871" marT="7871" marB="3778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extLst>
                  <a:ext uri="{0D108BD9-81ED-4DB2-BD59-A6C34878D82A}">
                    <a16:rowId xmlns:a16="http://schemas.microsoft.com/office/drawing/2014/main" val="1608003486"/>
                  </a:ext>
                </a:extLst>
              </a:tr>
              <a:tr h="184181">
                <a:tc>
                  <a:txBody>
                    <a:bodyPr/>
                    <a:lstStyle/>
                    <a:p>
                      <a:pPr algn="l" fontAlgn="b"/>
                      <a:r>
                        <a:rPr lang="nb-NO" sz="900" b="1" i="0" u="none" strike="noStrike">
                          <a:solidFill>
                            <a:srgbClr val="000000"/>
                          </a:solidFill>
                          <a:effectLst/>
                          <a:latin typeface="Aptos Narrow"/>
                        </a:rPr>
                        <a:t>Sum timer</a:t>
                      </a:r>
                    </a:p>
                  </a:txBody>
                  <a:tcPr marL="7871" marR="7871" marT="7871" marB="3778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r" fontAlgn="b"/>
                      <a:r>
                        <a:rPr lang="nb-NO" sz="900" b="0" i="0" u="none" strike="noStrike">
                          <a:solidFill>
                            <a:srgbClr val="000000"/>
                          </a:solidFill>
                          <a:effectLst/>
                          <a:latin typeface="Aptos Narrow"/>
                        </a:rPr>
                        <a:t>12</a:t>
                      </a:r>
                    </a:p>
                  </a:txBody>
                  <a:tcPr marL="7871" marR="7871" marT="7871" marB="3778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extLst>
                  <a:ext uri="{0D108BD9-81ED-4DB2-BD59-A6C34878D82A}">
                    <a16:rowId xmlns:a16="http://schemas.microsoft.com/office/drawing/2014/main" val="134644865"/>
                  </a:ext>
                </a:extLst>
              </a:tr>
              <a:tr h="184181">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extLst>
                  <a:ext uri="{0D108BD9-81ED-4DB2-BD59-A6C34878D82A}">
                    <a16:rowId xmlns:a16="http://schemas.microsoft.com/office/drawing/2014/main" val="3506086717"/>
                  </a:ext>
                </a:extLst>
              </a:tr>
              <a:tr h="221961">
                <a:tc>
                  <a:txBody>
                    <a:bodyPr/>
                    <a:lstStyle/>
                    <a:p>
                      <a:pPr algn="l" fontAlgn="b"/>
                      <a:r>
                        <a:rPr lang="nb-NO" sz="1100" b="1" i="0" u="none" strike="noStrike">
                          <a:solidFill>
                            <a:srgbClr val="FFFFFF"/>
                          </a:solidFill>
                          <a:effectLst/>
                          <a:latin typeface="Aptos Narrow"/>
                        </a:rPr>
                        <a:t>Utgangspunkt og plan</a:t>
                      </a:r>
                    </a:p>
                  </a:txBody>
                  <a:tcPr marL="7871" marR="7871" marT="7871" marB="3778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l" fontAlgn="ctr"/>
                      <a:r>
                        <a:rPr lang="nb-NO" sz="900" b="1" i="0" u="none" strike="noStrike">
                          <a:solidFill>
                            <a:srgbClr val="FFFFFF"/>
                          </a:solidFill>
                          <a:effectLst/>
                          <a:latin typeface="Aptos Narrow"/>
                        </a:rPr>
                        <a:t>Ekstra</a:t>
                      </a:r>
                    </a:p>
                  </a:txBody>
                  <a:tcPr marL="7871" marR="7871" marT="7871" marB="377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53438653"/>
                  </a:ext>
                </a:extLst>
              </a:tr>
              <a:tr h="184181">
                <a:tc>
                  <a:txBody>
                    <a:bodyPr/>
                    <a:lstStyle/>
                    <a:p>
                      <a:pPr algn="ctr" fontAlgn="b"/>
                      <a:r>
                        <a:rPr lang="nb-NO" sz="900" b="1" i="0" u="none" strike="noStrike">
                          <a:solidFill>
                            <a:srgbClr val="FFFFFF"/>
                          </a:solidFill>
                          <a:effectLst/>
                          <a:latin typeface="Aptos Narrow"/>
                        </a:rPr>
                        <a:t>UKE ---&gt;</a:t>
                      </a:r>
                    </a:p>
                  </a:txBody>
                  <a:tcPr marL="7871" marR="7871" marT="7871" marB="3778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47474"/>
                    </a:solidFill>
                  </a:tcPr>
                </a:tc>
                <a:tc>
                  <a:txBody>
                    <a:bodyPr/>
                    <a:lstStyle/>
                    <a:p>
                      <a:pPr algn="r" fontAlgn="b"/>
                      <a:r>
                        <a:rPr lang="nb-NO" sz="900" b="1" i="0" u="none" strike="noStrike">
                          <a:solidFill>
                            <a:srgbClr val="000000"/>
                          </a:solidFill>
                          <a:effectLst/>
                          <a:latin typeface="Aptos Narrow"/>
                        </a:rPr>
                        <a:t>5</a:t>
                      </a:r>
                    </a:p>
                  </a:txBody>
                  <a:tcPr marL="7871" marR="7871" marT="7871" marB="3778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900" b="1" i="0" u="none" strike="noStrike">
                          <a:solidFill>
                            <a:srgbClr val="000000"/>
                          </a:solidFill>
                          <a:effectLst/>
                          <a:latin typeface="Aptos Narrow"/>
                        </a:rPr>
                        <a:t>6</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900" b="1" i="0" u="none" strike="noStrike">
                          <a:solidFill>
                            <a:srgbClr val="000000"/>
                          </a:solidFill>
                          <a:effectLst/>
                          <a:latin typeface="Aptos Narrow"/>
                        </a:rPr>
                        <a:t>7</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900" b="1" i="0" u="none" strike="noStrike">
                          <a:solidFill>
                            <a:srgbClr val="000000"/>
                          </a:solidFill>
                          <a:effectLst/>
                          <a:latin typeface="Aptos Narrow"/>
                        </a:rPr>
                        <a:t>8</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900" b="1" i="0" u="none" strike="noStrike">
                          <a:solidFill>
                            <a:srgbClr val="000000"/>
                          </a:solidFill>
                          <a:effectLst/>
                          <a:latin typeface="Aptos Narrow"/>
                        </a:rPr>
                        <a:t>9</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900" b="1" i="0" u="none" strike="noStrike">
                          <a:solidFill>
                            <a:srgbClr val="000000"/>
                          </a:solidFill>
                          <a:effectLst/>
                          <a:latin typeface="Aptos Narrow"/>
                        </a:rPr>
                        <a:t>10</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900" b="1" i="0" u="none" strike="noStrike">
                          <a:solidFill>
                            <a:srgbClr val="000000"/>
                          </a:solidFill>
                          <a:effectLst/>
                          <a:latin typeface="Aptos Narrow"/>
                        </a:rPr>
                        <a:t>11</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900" b="1" i="0" u="none" strike="noStrike">
                          <a:solidFill>
                            <a:srgbClr val="000000"/>
                          </a:solidFill>
                          <a:effectLst/>
                          <a:latin typeface="Aptos Narrow"/>
                        </a:rPr>
                        <a:t>12</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900" b="1" i="0" u="none" strike="noStrike">
                          <a:solidFill>
                            <a:srgbClr val="000000"/>
                          </a:solidFill>
                          <a:effectLst/>
                          <a:latin typeface="Aptos Narrow"/>
                        </a:rPr>
                        <a:t>13</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900" b="1" i="0" u="none" strike="noStrike">
                          <a:solidFill>
                            <a:srgbClr val="000000"/>
                          </a:solidFill>
                          <a:effectLst/>
                          <a:latin typeface="Aptos Narrow"/>
                        </a:rPr>
                        <a:t>14</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900" b="1" i="0" u="none" strike="noStrike">
                          <a:solidFill>
                            <a:srgbClr val="000000"/>
                          </a:solidFill>
                          <a:effectLst/>
                          <a:latin typeface="Aptos Narrow"/>
                        </a:rPr>
                        <a:t>15</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900" b="1" i="0" u="none" strike="noStrike">
                          <a:solidFill>
                            <a:srgbClr val="000000"/>
                          </a:solidFill>
                          <a:effectLst/>
                          <a:latin typeface="Aptos Narrow"/>
                        </a:rPr>
                        <a:t>16</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900" b="1" i="0" u="none" strike="noStrike">
                          <a:solidFill>
                            <a:srgbClr val="000000"/>
                          </a:solidFill>
                          <a:effectLst/>
                          <a:latin typeface="Aptos Narrow"/>
                        </a:rPr>
                        <a:t>17</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900" b="1" i="0" u="none" strike="noStrike">
                          <a:solidFill>
                            <a:srgbClr val="000000"/>
                          </a:solidFill>
                          <a:effectLst/>
                          <a:latin typeface="Aptos Narrow"/>
                        </a:rPr>
                        <a:t>18</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900" b="1" i="0" u="none" strike="noStrike">
                          <a:solidFill>
                            <a:srgbClr val="000000"/>
                          </a:solidFill>
                          <a:effectLst/>
                          <a:latin typeface="Aptos Narrow"/>
                        </a:rPr>
                        <a:t>19</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900" b="1" i="0" u="none" strike="noStrike">
                          <a:solidFill>
                            <a:srgbClr val="000000"/>
                          </a:solidFill>
                          <a:effectLst/>
                          <a:latin typeface="Aptos Narrow"/>
                        </a:rPr>
                        <a:t>20</a:t>
                      </a:r>
                    </a:p>
                  </a:txBody>
                  <a:tcPr marL="7871" marR="7871" marT="7871" marB="3778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900" b="1" i="0" u="none" strike="noStrike">
                          <a:solidFill>
                            <a:srgbClr val="000000"/>
                          </a:solidFill>
                          <a:effectLst/>
                          <a:latin typeface="Aptos Narrow"/>
                        </a:rPr>
                        <a:t>21</a:t>
                      </a:r>
                    </a:p>
                  </a:txBody>
                  <a:tcPr marL="7871" marR="7871" marT="7871" marB="3778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49EDD"/>
                    </a:solidFill>
                  </a:tcPr>
                </a:tc>
                <a:tc>
                  <a:txBody>
                    <a:bodyPr/>
                    <a:lstStyle/>
                    <a:p>
                      <a:pPr algn="r" fontAlgn="b"/>
                      <a:r>
                        <a:rPr lang="nb-NO" sz="900" b="1" i="0" u="none" strike="noStrike">
                          <a:solidFill>
                            <a:srgbClr val="000000"/>
                          </a:solidFill>
                          <a:effectLst/>
                          <a:latin typeface="Aptos Narrow"/>
                        </a:rPr>
                        <a:t>22</a:t>
                      </a:r>
                    </a:p>
                  </a:txBody>
                  <a:tcPr marL="7871" marR="7871" marT="7871" marB="3778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49EDD"/>
                    </a:solidFill>
                  </a:tcPr>
                </a:tc>
                <a:extLst>
                  <a:ext uri="{0D108BD9-81ED-4DB2-BD59-A6C34878D82A}">
                    <a16:rowId xmlns:a16="http://schemas.microsoft.com/office/drawing/2014/main" val="3511081424"/>
                  </a:ext>
                </a:extLst>
              </a:tr>
              <a:tr h="184181">
                <a:tc>
                  <a:txBody>
                    <a:bodyPr/>
                    <a:lstStyle/>
                    <a:p>
                      <a:pPr algn="l" fontAlgn="b"/>
                      <a:r>
                        <a:rPr lang="nb-NO" sz="900" b="0" i="0" u="none" strike="noStrike">
                          <a:solidFill>
                            <a:srgbClr val="000000"/>
                          </a:solidFill>
                          <a:effectLst/>
                          <a:latin typeface="Aptos Narrow"/>
                        </a:rPr>
                        <a:t>Kenneth</a:t>
                      </a:r>
                    </a:p>
                  </a:txBody>
                  <a:tcPr marL="7871" marR="7871" marT="7871" marB="3778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4F5"/>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DADAD"/>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Man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PÅSKE</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DADAD"/>
                    </a:solidFill>
                  </a:tcPr>
                </a:tc>
                <a:tc>
                  <a:txBody>
                    <a:bodyPr/>
                    <a:lstStyle/>
                    <a:p>
                      <a:pPr algn="ctr" fontAlgn="b"/>
                      <a:r>
                        <a:rPr lang="nb-NO" sz="900" b="0" i="0" u="none" strike="noStrike">
                          <a:solidFill>
                            <a:srgbClr val="000000"/>
                          </a:solidFill>
                          <a:effectLst/>
                          <a:latin typeface="Aptos Narrow"/>
                        </a:rPr>
                        <a:t>Tir --To</a:t>
                      </a:r>
                      <a:endParaRPr lang="nb-NO" sz="900" b="0" i="0" u="none" strike="noStrike">
                        <a:solidFill>
                          <a:srgbClr val="000000"/>
                        </a:solidFill>
                        <a:effectLst/>
                        <a:latin typeface="Aptos Narrow" panose="020B0004020202020204" pitchFamily="34" charset="0"/>
                      </a:endParaRP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extLst>
                  <a:ext uri="{0D108BD9-81ED-4DB2-BD59-A6C34878D82A}">
                    <a16:rowId xmlns:a16="http://schemas.microsoft.com/office/drawing/2014/main" val="1381950239"/>
                  </a:ext>
                </a:extLst>
              </a:tr>
              <a:tr h="184181">
                <a:tc>
                  <a:txBody>
                    <a:bodyPr/>
                    <a:lstStyle/>
                    <a:p>
                      <a:pPr algn="l" fontAlgn="b"/>
                      <a:r>
                        <a:rPr lang="nb-NO" sz="900" b="0" i="0" u="none" strike="noStrike">
                          <a:solidFill>
                            <a:srgbClr val="000000"/>
                          </a:solidFill>
                          <a:effectLst/>
                          <a:latin typeface="Aptos Narrow"/>
                        </a:rPr>
                        <a:t>Jonas</a:t>
                      </a:r>
                    </a:p>
                  </a:txBody>
                  <a:tcPr marL="7871" marR="7871" marT="7871" marB="3778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4F5"/>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DADAD"/>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Man-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PÅSKE</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DADAD"/>
                    </a:solidFill>
                  </a:tcPr>
                </a:tc>
                <a:tc>
                  <a:txBody>
                    <a:bodyPr/>
                    <a:lstStyle/>
                    <a:p>
                      <a:pPr algn="ctr" fontAlgn="b"/>
                      <a:r>
                        <a:rPr lang="nb-NO" sz="900" b="0" i="0" u="none" strike="noStrike">
                          <a:solidFill>
                            <a:srgbClr val="000000"/>
                          </a:solidFill>
                          <a:effectLst/>
                          <a:latin typeface="Aptos Narrow"/>
                        </a:rPr>
                        <a:t>Tir - To</a:t>
                      </a:r>
                      <a:endParaRPr lang="nb-NO" sz="900" b="0" i="0" u="none" strike="noStrike">
                        <a:solidFill>
                          <a:srgbClr val="000000"/>
                        </a:solidFill>
                        <a:effectLst/>
                        <a:latin typeface="Aptos Narrow" panose="020B0004020202020204" pitchFamily="34" charset="0"/>
                      </a:endParaRP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extLst>
                  <a:ext uri="{0D108BD9-81ED-4DB2-BD59-A6C34878D82A}">
                    <a16:rowId xmlns:a16="http://schemas.microsoft.com/office/drawing/2014/main" val="2172465022"/>
                  </a:ext>
                </a:extLst>
              </a:tr>
              <a:tr h="184181">
                <a:tc>
                  <a:txBody>
                    <a:bodyPr/>
                    <a:lstStyle/>
                    <a:p>
                      <a:pPr algn="l" fontAlgn="b"/>
                      <a:r>
                        <a:rPr lang="nb-NO" sz="900" b="0" i="0" u="none" strike="noStrike">
                          <a:solidFill>
                            <a:srgbClr val="000000"/>
                          </a:solidFill>
                          <a:effectLst/>
                          <a:latin typeface="Aptos Narrow"/>
                        </a:rPr>
                        <a:t>Kristian</a:t>
                      </a:r>
                    </a:p>
                  </a:txBody>
                  <a:tcPr marL="7871" marR="7871" marT="7871" marB="3778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4F5"/>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DADAD"/>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Man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PÅSKE</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DADAD"/>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extLst>
                  <a:ext uri="{0D108BD9-81ED-4DB2-BD59-A6C34878D82A}">
                    <a16:rowId xmlns:a16="http://schemas.microsoft.com/office/drawing/2014/main" val="878893033"/>
                  </a:ext>
                </a:extLst>
              </a:tr>
              <a:tr h="184181">
                <a:tc>
                  <a:txBody>
                    <a:bodyPr/>
                    <a:lstStyle/>
                    <a:p>
                      <a:pPr algn="l" fontAlgn="b"/>
                      <a:r>
                        <a:rPr lang="nb-NO" sz="900" b="0" i="0" u="none" strike="noStrike">
                          <a:solidFill>
                            <a:srgbClr val="000000"/>
                          </a:solidFill>
                          <a:effectLst/>
                          <a:latin typeface="Aptos Narrow"/>
                        </a:rPr>
                        <a:t>Mia </a:t>
                      </a:r>
                      <a:endParaRPr lang="nb-NO" sz="900" b="0" i="0" u="none" strike="noStrike">
                        <a:solidFill>
                          <a:srgbClr val="000000"/>
                        </a:solidFill>
                        <a:effectLst/>
                        <a:latin typeface="Aptos Narrow" panose="020B0004020202020204" pitchFamily="34" charset="0"/>
                      </a:endParaRPr>
                    </a:p>
                  </a:txBody>
                  <a:tcPr marL="7871" marR="7871" marT="7871" marB="3778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4F5"/>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DADAD"/>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Man-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PÅSKE</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DADAD"/>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extLst>
                  <a:ext uri="{0D108BD9-81ED-4DB2-BD59-A6C34878D82A}">
                    <a16:rowId xmlns:a16="http://schemas.microsoft.com/office/drawing/2014/main" val="1607868644"/>
                  </a:ext>
                </a:extLst>
              </a:tr>
              <a:tr h="184181">
                <a:tc>
                  <a:txBody>
                    <a:bodyPr/>
                    <a:lstStyle/>
                    <a:p>
                      <a:pPr algn="l" fontAlgn="b"/>
                      <a:r>
                        <a:rPr lang="nb-NO" sz="900" b="0" i="0" u="none" strike="noStrike">
                          <a:solidFill>
                            <a:srgbClr val="000000"/>
                          </a:solidFill>
                          <a:effectLst/>
                          <a:latin typeface="Aptos Narrow"/>
                        </a:rPr>
                        <a:t>Lucas </a:t>
                      </a:r>
                      <a:endParaRPr lang="nb-NO" sz="900" b="0" i="0" u="none" strike="noStrike">
                        <a:solidFill>
                          <a:srgbClr val="000000"/>
                        </a:solidFill>
                        <a:effectLst/>
                        <a:latin typeface="Aptos Narrow" panose="020B0004020202020204" pitchFamily="34" charset="0"/>
                      </a:endParaRPr>
                    </a:p>
                  </a:txBody>
                  <a:tcPr marL="7871" marR="7871" marT="7871" marB="3778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4F5"/>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DADAD"/>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Man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PÅSKE</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DADAD"/>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CEEF"/>
                    </a:solidFill>
                  </a:tcPr>
                </a:tc>
                <a:tc>
                  <a:txBody>
                    <a:bodyPr/>
                    <a:lstStyle/>
                    <a:p>
                      <a:pPr algn="ctr" fontAlgn="b"/>
                      <a:r>
                        <a:rPr lang="nb-NO" sz="900" b="0" i="0" u="none" strike="noStrike">
                          <a:solidFill>
                            <a:srgbClr val="000000"/>
                          </a:solidFill>
                          <a:effectLst/>
                          <a:latin typeface="Aptos Narrow"/>
                        </a:rPr>
                        <a:t>Tir - Tor</a:t>
                      </a:r>
                    </a:p>
                  </a:txBody>
                  <a:tcPr marL="7871" marR="7871" marT="7871" marB="3778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CEEF"/>
                    </a:solidFill>
                  </a:tcPr>
                </a:tc>
                <a:extLst>
                  <a:ext uri="{0D108BD9-81ED-4DB2-BD59-A6C34878D82A}">
                    <a16:rowId xmlns:a16="http://schemas.microsoft.com/office/drawing/2014/main" val="3668972553"/>
                  </a:ext>
                </a:extLst>
              </a:tr>
              <a:tr h="184181">
                <a:tc>
                  <a:txBody>
                    <a:bodyPr/>
                    <a:lstStyle/>
                    <a:p>
                      <a:pPr algn="l" fontAlgn="b"/>
                      <a:r>
                        <a:rPr lang="nb-NO" sz="900" b="1" i="0" u="none" strike="noStrike">
                          <a:solidFill>
                            <a:srgbClr val="000000"/>
                          </a:solidFill>
                          <a:effectLst/>
                          <a:latin typeface="Aptos Narrow"/>
                        </a:rPr>
                        <a:t>Sum timer</a:t>
                      </a:r>
                    </a:p>
                  </a:txBody>
                  <a:tcPr marL="7871" marR="7871" marT="7871" marB="3778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r" fontAlgn="b"/>
                      <a:r>
                        <a:rPr lang="nb-NO" sz="900" b="0" i="0" u="none" strike="noStrike">
                          <a:solidFill>
                            <a:srgbClr val="000000"/>
                          </a:solidFill>
                          <a:effectLst/>
                          <a:latin typeface="Aptos Narrow"/>
                        </a:rPr>
                        <a:t>60</a:t>
                      </a:r>
                    </a:p>
                  </a:txBody>
                  <a:tcPr marL="7871" marR="7871" marT="7871" marB="3778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a:rPr>
                        <a:t>60</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a:rPr>
                        <a:t>60</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a:rPr>
                        <a:t>60</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a:rPr>
                        <a:t>60</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a:rPr>
                        <a:t>60</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a:rPr>
                        <a:t>60</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a:rPr>
                        <a:t>60</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a:rPr>
                        <a:t>60</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a:rPr>
                        <a:t>60</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a:rPr>
                        <a:t>60</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a:rPr>
                        <a:t>60</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a:rPr>
                        <a:t>60</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a:rPr>
                        <a:t>60</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a:rPr>
                        <a:t>60</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a:rPr>
                        <a:t>60</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a:rPr>
                        <a:t>60</a:t>
                      </a:r>
                    </a:p>
                  </a:txBody>
                  <a:tcPr marL="7871" marR="7871" marT="7871" marB="3778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802661395"/>
                  </a:ext>
                </a:extLst>
              </a:tr>
              <a:tr h="184181">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683516797"/>
                  </a:ext>
                </a:extLst>
              </a:tr>
              <a:tr h="184181">
                <a:tc>
                  <a:txBody>
                    <a:bodyPr/>
                    <a:lstStyle/>
                    <a:p>
                      <a:pPr algn="l" fontAlgn="b"/>
                      <a:r>
                        <a:rPr lang="nb-NO" sz="900" b="0" i="0" u="none" strike="noStrike">
                          <a:solidFill>
                            <a:srgbClr val="000000"/>
                          </a:solidFill>
                          <a:effectLst/>
                          <a:latin typeface="Aptos Narrow"/>
                        </a:rPr>
                        <a:t>Totale timer med 21 og 22</a:t>
                      </a:r>
                    </a:p>
                  </a:txBody>
                  <a:tcPr marL="7871" marR="7871" marT="7871" marB="3778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49EDD"/>
                    </a:solidFill>
                  </a:tcPr>
                </a:tc>
                <a:tc>
                  <a:txBody>
                    <a:bodyPr/>
                    <a:lstStyle/>
                    <a:p>
                      <a:pPr algn="r" fontAlgn="b"/>
                      <a:r>
                        <a:rPr lang="nb-NO" sz="900" b="0" i="0" u="none" strike="noStrike">
                          <a:solidFill>
                            <a:srgbClr val="000000"/>
                          </a:solidFill>
                          <a:effectLst/>
                          <a:latin typeface="Aptos Narrow"/>
                        </a:rPr>
                        <a:t>1020</a:t>
                      </a:r>
                    </a:p>
                  </a:txBody>
                  <a:tcPr marL="7871" marR="7871" marT="7871" marB="3778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extLst>
                  <a:ext uri="{0D108BD9-81ED-4DB2-BD59-A6C34878D82A}">
                    <a16:rowId xmlns:a16="http://schemas.microsoft.com/office/drawing/2014/main" val="2788221960"/>
                  </a:ext>
                </a:extLst>
              </a:tr>
              <a:tr h="184181">
                <a:tc>
                  <a:txBody>
                    <a:bodyPr/>
                    <a:lstStyle/>
                    <a:p>
                      <a:pPr algn="l" fontAlgn="b"/>
                      <a:r>
                        <a:rPr lang="nb-NO" sz="900" b="1" i="0" u="none" strike="noStrike">
                          <a:solidFill>
                            <a:srgbClr val="000000"/>
                          </a:solidFill>
                          <a:effectLst/>
                          <a:latin typeface="Aptos Narrow"/>
                        </a:rPr>
                        <a:t>Totale timer uten 21 og 22</a:t>
                      </a:r>
                    </a:p>
                  </a:txBody>
                  <a:tcPr marL="7871" marR="7871" marT="7871" marB="3778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r" fontAlgn="b"/>
                      <a:r>
                        <a:rPr lang="nb-NO" sz="900" b="0" i="0" u="none" strike="noStrike">
                          <a:solidFill>
                            <a:srgbClr val="000000"/>
                          </a:solidFill>
                          <a:effectLst/>
                          <a:latin typeface="Aptos Narrow"/>
                        </a:rPr>
                        <a:t>900</a:t>
                      </a:r>
                    </a:p>
                  </a:txBody>
                  <a:tcPr marL="7871" marR="7871" marT="7871" marB="3778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extLst>
                  <a:ext uri="{0D108BD9-81ED-4DB2-BD59-A6C34878D82A}">
                    <a16:rowId xmlns:a16="http://schemas.microsoft.com/office/drawing/2014/main" val="2381264023"/>
                  </a:ext>
                </a:extLst>
              </a:tr>
              <a:tr h="184181">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extLst>
                  <a:ext uri="{0D108BD9-81ED-4DB2-BD59-A6C34878D82A}">
                    <a16:rowId xmlns:a16="http://schemas.microsoft.com/office/drawing/2014/main" val="3748159259"/>
                  </a:ext>
                </a:extLst>
              </a:tr>
              <a:tr h="221961">
                <a:tc>
                  <a:txBody>
                    <a:bodyPr/>
                    <a:lstStyle/>
                    <a:p>
                      <a:pPr algn="l" fontAlgn="b"/>
                      <a:r>
                        <a:rPr lang="nb-NO" sz="1100" b="1" i="0" u="none" strike="noStrike">
                          <a:solidFill>
                            <a:srgbClr val="FFFFFF"/>
                          </a:solidFill>
                          <a:effectLst/>
                          <a:latin typeface="Aptos Narrow"/>
                        </a:rPr>
                        <a:t>Prosjektdeler</a:t>
                      </a:r>
                    </a:p>
                  </a:txBody>
                  <a:tcPr marL="7871" marR="7871" marT="7871" marB="3778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extLst>
                  <a:ext uri="{0D108BD9-81ED-4DB2-BD59-A6C34878D82A}">
                    <a16:rowId xmlns:a16="http://schemas.microsoft.com/office/drawing/2014/main" val="2233986672"/>
                  </a:ext>
                </a:extLst>
              </a:tr>
              <a:tr h="184181">
                <a:tc>
                  <a:txBody>
                    <a:bodyPr/>
                    <a:lstStyle/>
                    <a:p>
                      <a:pPr algn="l" fontAlgn="b"/>
                      <a:r>
                        <a:rPr lang="nb-NO" sz="900" b="1" i="0" u="none" strike="noStrike">
                          <a:solidFill>
                            <a:srgbClr val="FFFFFF"/>
                          </a:solidFill>
                          <a:effectLst/>
                          <a:latin typeface="Aptos Narrow"/>
                        </a:rPr>
                        <a:t>Deler uten 21 og 22</a:t>
                      </a:r>
                    </a:p>
                  </a:txBody>
                  <a:tcPr marL="7871" marR="7871" marT="7871" marB="3778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47474"/>
                    </a:solidFill>
                  </a:tcPr>
                </a:tc>
                <a:tc>
                  <a:txBody>
                    <a:bodyPr/>
                    <a:lstStyle/>
                    <a:p>
                      <a:pPr algn="l" fontAlgn="b"/>
                      <a:r>
                        <a:rPr lang="nb-NO" sz="900" b="1" i="0" u="none" strike="noStrike">
                          <a:solidFill>
                            <a:srgbClr val="000000"/>
                          </a:solidFill>
                          <a:effectLst/>
                          <a:latin typeface="Aptos Narrow"/>
                        </a:rPr>
                        <a:t>Timer</a:t>
                      </a:r>
                    </a:p>
                  </a:txBody>
                  <a:tcPr marL="7871" marR="7871" marT="7871" marB="3778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l" fontAlgn="b"/>
                      <a:r>
                        <a:rPr lang="nb-NO" sz="900" b="1" i="0" u="none" strike="noStrike">
                          <a:solidFill>
                            <a:srgbClr val="000000"/>
                          </a:solidFill>
                          <a:effectLst/>
                          <a:latin typeface="Aptos Narrow"/>
                        </a:rPr>
                        <a:t>T per pers</a:t>
                      </a:r>
                    </a:p>
                  </a:txBody>
                  <a:tcPr marL="7871" marR="7871" marT="7871" marB="3778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extLst>
                  <a:ext uri="{0D108BD9-81ED-4DB2-BD59-A6C34878D82A}">
                    <a16:rowId xmlns:a16="http://schemas.microsoft.com/office/drawing/2014/main" val="186768891"/>
                  </a:ext>
                </a:extLst>
              </a:tr>
              <a:tr h="184181">
                <a:tc>
                  <a:txBody>
                    <a:bodyPr/>
                    <a:lstStyle/>
                    <a:p>
                      <a:pPr algn="l" fontAlgn="b"/>
                      <a:r>
                        <a:rPr lang="nb-NO" sz="900" b="1" i="0" u="none" strike="noStrike">
                          <a:solidFill>
                            <a:srgbClr val="000000"/>
                          </a:solidFill>
                          <a:effectLst/>
                          <a:latin typeface="Aptos Narrow"/>
                        </a:rPr>
                        <a:t>Planlegging </a:t>
                      </a:r>
                      <a:r>
                        <a:rPr lang="nb-NO" sz="900" b="0" i="0" u="none" strike="noStrike">
                          <a:solidFill>
                            <a:srgbClr val="000000"/>
                          </a:solidFill>
                          <a:effectLst/>
                          <a:latin typeface="Aptos Narrow"/>
                        </a:rPr>
                        <a:t>15%</a:t>
                      </a:r>
                      <a:endParaRPr lang="nb-NO" sz="900" b="1" i="0" u="none" strike="noStrike">
                        <a:solidFill>
                          <a:srgbClr val="000000"/>
                        </a:solidFill>
                        <a:effectLst/>
                        <a:latin typeface="Aptos Narrow"/>
                      </a:endParaRPr>
                    </a:p>
                  </a:txBody>
                  <a:tcPr marL="7871" marR="7871" marT="7871" marB="3778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r" fontAlgn="b"/>
                      <a:r>
                        <a:rPr lang="nb-NO" sz="900" b="0" i="0" u="none" strike="noStrike">
                          <a:solidFill>
                            <a:srgbClr val="000000"/>
                          </a:solidFill>
                          <a:effectLst/>
                          <a:latin typeface="Aptos Narrow"/>
                        </a:rPr>
                        <a:t>135</a:t>
                      </a:r>
                    </a:p>
                  </a:txBody>
                  <a:tcPr marL="7871" marR="7871" marT="7871" marB="3778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fontAlgn="ctr"/>
                      <a:r>
                        <a:rPr lang="nb-NO" sz="900" b="0" i="0" u="none" strike="noStrike">
                          <a:solidFill>
                            <a:srgbClr val="000000"/>
                          </a:solidFill>
                          <a:effectLst/>
                          <a:latin typeface="Aptos Narrow"/>
                        </a:rPr>
                        <a:t>27</a:t>
                      </a:r>
                    </a:p>
                  </a:txBody>
                  <a:tcPr marL="7871" marR="7871" marT="7871" marB="377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extLst>
                  <a:ext uri="{0D108BD9-81ED-4DB2-BD59-A6C34878D82A}">
                    <a16:rowId xmlns:a16="http://schemas.microsoft.com/office/drawing/2014/main" val="1795713885"/>
                  </a:ext>
                </a:extLst>
              </a:tr>
              <a:tr h="184181">
                <a:tc>
                  <a:txBody>
                    <a:bodyPr/>
                    <a:lstStyle/>
                    <a:p>
                      <a:pPr algn="l" fontAlgn="b"/>
                      <a:r>
                        <a:rPr lang="nb-NO" sz="900" b="1" i="0" u="none" strike="noStrike">
                          <a:solidFill>
                            <a:srgbClr val="000000"/>
                          </a:solidFill>
                          <a:effectLst/>
                          <a:latin typeface="Aptos Narrow"/>
                        </a:rPr>
                        <a:t>Analyse </a:t>
                      </a:r>
                      <a:r>
                        <a:rPr lang="nb-NO" sz="900" b="0" i="0" u="none" strike="noStrike">
                          <a:solidFill>
                            <a:srgbClr val="000000"/>
                          </a:solidFill>
                          <a:effectLst/>
                          <a:latin typeface="Aptos Narrow"/>
                        </a:rPr>
                        <a:t>20%</a:t>
                      </a:r>
                      <a:endParaRPr lang="nb-NO" sz="900" b="1" i="0" u="none" strike="noStrike">
                        <a:solidFill>
                          <a:srgbClr val="000000"/>
                        </a:solidFill>
                        <a:effectLst/>
                        <a:latin typeface="Aptos Narrow"/>
                      </a:endParaRPr>
                    </a:p>
                  </a:txBody>
                  <a:tcPr marL="7871" marR="7871" marT="7871" marB="3778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r" fontAlgn="b"/>
                      <a:r>
                        <a:rPr lang="nb-NO" sz="900" b="0" i="0" u="none" strike="noStrike">
                          <a:solidFill>
                            <a:srgbClr val="000000"/>
                          </a:solidFill>
                          <a:effectLst/>
                          <a:latin typeface="Aptos Narrow"/>
                        </a:rPr>
                        <a:t>180</a:t>
                      </a:r>
                    </a:p>
                  </a:txBody>
                  <a:tcPr marL="7871" marR="7871" marT="7871" marB="3778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fontAlgn="ctr"/>
                      <a:r>
                        <a:rPr lang="nb-NO" sz="900" b="0" i="0" u="none" strike="noStrike">
                          <a:solidFill>
                            <a:srgbClr val="000000"/>
                          </a:solidFill>
                          <a:effectLst/>
                          <a:latin typeface="Aptos Narrow"/>
                        </a:rPr>
                        <a:t>36</a:t>
                      </a:r>
                    </a:p>
                  </a:txBody>
                  <a:tcPr marL="7871" marR="7871" marT="7871" marB="377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extLst>
                  <a:ext uri="{0D108BD9-81ED-4DB2-BD59-A6C34878D82A}">
                    <a16:rowId xmlns:a16="http://schemas.microsoft.com/office/drawing/2014/main" val="3482545640"/>
                  </a:ext>
                </a:extLst>
              </a:tr>
              <a:tr h="184181">
                <a:tc>
                  <a:txBody>
                    <a:bodyPr/>
                    <a:lstStyle/>
                    <a:p>
                      <a:pPr algn="l" fontAlgn="b"/>
                      <a:r>
                        <a:rPr lang="nb-NO" sz="900" b="1" i="0" u="none" strike="noStrike">
                          <a:solidFill>
                            <a:srgbClr val="000000"/>
                          </a:solidFill>
                          <a:effectLst/>
                          <a:latin typeface="Aptos Narrow"/>
                        </a:rPr>
                        <a:t>Design </a:t>
                      </a:r>
                      <a:r>
                        <a:rPr lang="nb-NO" sz="900" b="0" i="0" u="none" strike="noStrike">
                          <a:solidFill>
                            <a:srgbClr val="000000"/>
                          </a:solidFill>
                          <a:effectLst/>
                          <a:latin typeface="Aptos Narrow"/>
                        </a:rPr>
                        <a:t>35%</a:t>
                      </a:r>
                      <a:endParaRPr lang="nb-NO" sz="900" b="1" i="0" u="none" strike="noStrike">
                        <a:solidFill>
                          <a:srgbClr val="000000"/>
                        </a:solidFill>
                        <a:effectLst/>
                        <a:latin typeface="Aptos Narrow"/>
                      </a:endParaRPr>
                    </a:p>
                  </a:txBody>
                  <a:tcPr marL="7871" marR="7871" marT="7871" marB="3778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r" fontAlgn="b"/>
                      <a:r>
                        <a:rPr lang="nb-NO" sz="900" b="0" i="0" u="none" strike="noStrike">
                          <a:solidFill>
                            <a:srgbClr val="000000"/>
                          </a:solidFill>
                          <a:effectLst/>
                          <a:latin typeface="Aptos Narrow"/>
                        </a:rPr>
                        <a:t>315</a:t>
                      </a:r>
                    </a:p>
                  </a:txBody>
                  <a:tcPr marL="7871" marR="7871" marT="7871" marB="3778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fontAlgn="ctr"/>
                      <a:r>
                        <a:rPr lang="nb-NO" sz="900" b="0" i="0" u="none" strike="noStrike">
                          <a:solidFill>
                            <a:srgbClr val="000000"/>
                          </a:solidFill>
                          <a:effectLst/>
                          <a:latin typeface="Aptos Narrow"/>
                        </a:rPr>
                        <a:t>63</a:t>
                      </a:r>
                    </a:p>
                  </a:txBody>
                  <a:tcPr marL="7871" marR="7871" marT="7871" marB="377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extLst>
                  <a:ext uri="{0D108BD9-81ED-4DB2-BD59-A6C34878D82A}">
                    <a16:rowId xmlns:a16="http://schemas.microsoft.com/office/drawing/2014/main" val="3562132259"/>
                  </a:ext>
                </a:extLst>
              </a:tr>
              <a:tr h="184181">
                <a:tc>
                  <a:txBody>
                    <a:bodyPr/>
                    <a:lstStyle/>
                    <a:p>
                      <a:pPr algn="l" fontAlgn="b"/>
                      <a:r>
                        <a:rPr lang="nb-NO" sz="900" b="1" i="0" u="none" strike="noStrike">
                          <a:solidFill>
                            <a:srgbClr val="000000"/>
                          </a:solidFill>
                          <a:effectLst/>
                          <a:latin typeface="Aptos Narrow"/>
                        </a:rPr>
                        <a:t>Implementering </a:t>
                      </a:r>
                      <a:r>
                        <a:rPr lang="nb-NO" sz="900" b="0" i="0" u="none" strike="noStrike">
                          <a:solidFill>
                            <a:srgbClr val="000000"/>
                          </a:solidFill>
                          <a:effectLst/>
                          <a:latin typeface="Aptos Narrow"/>
                        </a:rPr>
                        <a:t>30%</a:t>
                      </a:r>
                      <a:endParaRPr lang="nb-NO" sz="900" b="1" i="0" u="none" strike="noStrike">
                        <a:solidFill>
                          <a:srgbClr val="000000"/>
                        </a:solidFill>
                        <a:effectLst/>
                        <a:latin typeface="Aptos Narrow"/>
                      </a:endParaRPr>
                    </a:p>
                  </a:txBody>
                  <a:tcPr marL="7871" marR="7871" marT="7871" marB="3778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AEDFB"/>
                    </a:solidFill>
                  </a:tcPr>
                </a:tc>
                <a:tc>
                  <a:txBody>
                    <a:bodyPr/>
                    <a:lstStyle/>
                    <a:p>
                      <a:pPr algn="r" fontAlgn="b"/>
                      <a:r>
                        <a:rPr lang="nb-NO" sz="900" b="0" i="0" u="none" strike="noStrike">
                          <a:solidFill>
                            <a:srgbClr val="000000"/>
                          </a:solidFill>
                          <a:effectLst/>
                          <a:latin typeface="Aptos Narrow"/>
                        </a:rPr>
                        <a:t>270</a:t>
                      </a:r>
                    </a:p>
                  </a:txBody>
                  <a:tcPr marL="7871" marR="7871" marT="7871" marB="3778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r" fontAlgn="ctr"/>
                      <a:r>
                        <a:rPr lang="nb-NO" sz="900" b="0" i="0" u="none" strike="noStrike">
                          <a:solidFill>
                            <a:srgbClr val="000000"/>
                          </a:solidFill>
                          <a:effectLst/>
                          <a:latin typeface="Aptos Narrow"/>
                        </a:rPr>
                        <a:t>54</a:t>
                      </a:r>
                    </a:p>
                  </a:txBody>
                  <a:tcPr marL="7871" marR="7871" marT="7871" marB="377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extLst>
                  <a:ext uri="{0D108BD9-81ED-4DB2-BD59-A6C34878D82A}">
                    <a16:rowId xmlns:a16="http://schemas.microsoft.com/office/drawing/2014/main" val="2523617727"/>
                  </a:ext>
                </a:extLst>
              </a:tr>
              <a:tr h="184181">
                <a:tc>
                  <a:txBody>
                    <a:bodyPr/>
                    <a:lstStyle/>
                    <a:p>
                      <a:pPr algn="l" fontAlgn="b"/>
                      <a:r>
                        <a:rPr lang="nb-NO" sz="900" b="1" i="0" u="none" strike="noStrike">
                          <a:solidFill>
                            <a:srgbClr val="000000"/>
                          </a:solidFill>
                          <a:effectLst/>
                          <a:latin typeface="Aptos Narrow"/>
                        </a:rPr>
                        <a:t>Sum timer</a:t>
                      </a:r>
                    </a:p>
                  </a:txBody>
                  <a:tcPr marL="7871" marR="7871" marT="7871" marB="3778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r" fontAlgn="b"/>
                      <a:r>
                        <a:rPr lang="nb-NO" sz="900" b="0" i="0" u="none" strike="noStrike">
                          <a:solidFill>
                            <a:srgbClr val="000000"/>
                          </a:solidFill>
                          <a:effectLst/>
                          <a:latin typeface="Aptos Narrow"/>
                        </a:rPr>
                        <a:t>900</a:t>
                      </a:r>
                    </a:p>
                  </a:txBody>
                  <a:tcPr marL="7871" marR="7871" marT="7871" marB="3778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a:rPr>
                        <a:t>180</a:t>
                      </a:r>
                    </a:p>
                  </a:txBody>
                  <a:tcPr marL="7871" marR="7871" marT="7871" marB="3778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0" anchor="b">
                    <a:lnL>
                      <a:noFill/>
                    </a:lnL>
                    <a:lnR>
                      <a:noFill/>
                    </a:lnR>
                    <a:lnT>
                      <a:noFill/>
                    </a:lnT>
                    <a:lnB>
                      <a:noFill/>
                    </a:lnB>
                    <a:noFill/>
                  </a:tcPr>
                </a:tc>
                <a:extLst>
                  <a:ext uri="{0D108BD9-81ED-4DB2-BD59-A6C34878D82A}">
                    <a16:rowId xmlns:a16="http://schemas.microsoft.com/office/drawing/2014/main" val="1332892227"/>
                  </a:ext>
                </a:extLst>
              </a:tr>
            </a:tbl>
          </a:graphicData>
        </a:graphic>
      </p:graphicFrame>
    </p:spTree>
    <p:extLst>
      <p:ext uri="{BB962C8B-B14F-4D97-AF65-F5344CB8AC3E}">
        <p14:creationId xmlns:p14="http://schemas.microsoft.com/office/powerpoint/2010/main" val="2114399203"/>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AD26B790-B73E-1970-A77F-A2A6ADC7F424}"/>
              </a:ext>
            </a:extLst>
          </p:cNvPr>
          <p:cNvSpPr>
            <a:spLocks noGrp="1"/>
          </p:cNvSpPr>
          <p:nvPr>
            <p:ph type="title"/>
          </p:nvPr>
        </p:nvSpPr>
        <p:spPr/>
        <p:txBody>
          <a:bodyPr/>
          <a:lstStyle/>
          <a:p>
            <a:endParaRPr lang="nb-NO"/>
          </a:p>
        </p:txBody>
      </p:sp>
      <p:graphicFrame>
        <p:nvGraphicFramePr>
          <p:cNvPr id="4" name="Plassholder for innhold 3">
            <a:extLst>
              <a:ext uri="{FF2B5EF4-FFF2-40B4-BE49-F238E27FC236}">
                <a16:creationId xmlns:a16="http://schemas.microsoft.com/office/drawing/2014/main" id="{2E1B4572-8863-7678-4A9F-55C8987FA4E4}"/>
              </a:ext>
            </a:extLst>
          </p:cNvPr>
          <p:cNvGraphicFramePr>
            <a:graphicFrameLocks noGrp="1"/>
          </p:cNvGraphicFramePr>
          <p:nvPr>
            <p:ph idx="1"/>
            <p:extLst>
              <p:ext uri="{D42A27DB-BD31-4B8C-83A1-F6EECF244321}">
                <p14:modId xmlns:p14="http://schemas.microsoft.com/office/powerpoint/2010/main" val="1675755411"/>
              </p:ext>
            </p:extLst>
          </p:nvPr>
        </p:nvGraphicFramePr>
        <p:xfrm>
          <a:off x="838200" y="365125"/>
          <a:ext cx="10515598" cy="2851404"/>
        </p:xfrm>
        <a:graphic>
          <a:graphicData uri="http://schemas.openxmlformats.org/drawingml/2006/table">
            <a:tbl>
              <a:tblPr/>
              <a:tblGrid>
                <a:gridCol w="1594384">
                  <a:extLst>
                    <a:ext uri="{9D8B030D-6E8A-4147-A177-3AD203B41FA5}">
                      <a16:colId xmlns:a16="http://schemas.microsoft.com/office/drawing/2014/main" val="4153888176"/>
                    </a:ext>
                  </a:extLst>
                </a:gridCol>
                <a:gridCol w="495623">
                  <a:extLst>
                    <a:ext uri="{9D8B030D-6E8A-4147-A177-3AD203B41FA5}">
                      <a16:colId xmlns:a16="http://schemas.microsoft.com/office/drawing/2014/main" val="741291631"/>
                    </a:ext>
                  </a:extLst>
                </a:gridCol>
                <a:gridCol w="495623">
                  <a:extLst>
                    <a:ext uri="{9D8B030D-6E8A-4147-A177-3AD203B41FA5}">
                      <a16:colId xmlns:a16="http://schemas.microsoft.com/office/drawing/2014/main" val="628126427"/>
                    </a:ext>
                  </a:extLst>
                </a:gridCol>
                <a:gridCol w="495623">
                  <a:extLst>
                    <a:ext uri="{9D8B030D-6E8A-4147-A177-3AD203B41FA5}">
                      <a16:colId xmlns:a16="http://schemas.microsoft.com/office/drawing/2014/main" val="1618951861"/>
                    </a:ext>
                  </a:extLst>
                </a:gridCol>
                <a:gridCol w="495623">
                  <a:extLst>
                    <a:ext uri="{9D8B030D-6E8A-4147-A177-3AD203B41FA5}">
                      <a16:colId xmlns:a16="http://schemas.microsoft.com/office/drawing/2014/main" val="843100543"/>
                    </a:ext>
                  </a:extLst>
                </a:gridCol>
                <a:gridCol w="495623">
                  <a:extLst>
                    <a:ext uri="{9D8B030D-6E8A-4147-A177-3AD203B41FA5}">
                      <a16:colId xmlns:a16="http://schemas.microsoft.com/office/drawing/2014/main" val="2008461486"/>
                    </a:ext>
                  </a:extLst>
                </a:gridCol>
                <a:gridCol w="495623">
                  <a:extLst>
                    <a:ext uri="{9D8B030D-6E8A-4147-A177-3AD203B41FA5}">
                      <a16:colId xmlns:a16="http://schemas.microsoft.com/office/drawing/2014/main" val="787405220"/>
                    </a:ext>
                  </a:extLst>
                </a:gridCol>
                <a:gridCol w="495623">
                  <a:extLst>
                    <a:ext uri="{9D8B030D-6E8A-4147-A177-3AD203B41FA5}">
                      <a16:colId xmlns:a16="http://schemas.microsoft.com/office/drawing/2014/main" val="2238124970"/>
                    </a:ext>
                  </a:extLst>
                </a:gridCol>
                <a:gridCol w="495623">
                  <a:extLst>
                    <a:ext uri="{9D8B030D-6E8A-4147-A177-3AD203B41FA5}">
                      <a16:colId xmlns:a16="http://schemas.microsoft.com/office/drawing/2014/main" val="204827697"/>
                    </a:ext>
                  </a:extLst>
                </a:gridCol>
                <a:gridCol w="495623">
                  <a:extLst>
                    <a:ext uri="{9D8B030D-6E8A-4147-A177-3AD203B41FA5}">
                      <a16:colId xmlns:a16="http://schemas.microsoft.com/office/drawing/2014/main" val="3525805701"/>
                    </a:ext>
                  </a:extLst>
                </a:gridCol>
                <a:gridCol w="495623">
                  <a:extLst>
                    <a:ext uri="{9D8B030D-6E8A-4147-A177-3AD203B41FA5}">
                      <a16:colId xmlns:a16="http://schemas.microsoft.com/office/drawing/2014/main" val="3360471048"/>
                    </a:ext>
                  </a:extLst>
                </a:gridCol>
                <a:gridCol w="495623">
                  <a:extLst>
                    <a:ext uri="{9D8B030D-6E8A-4147-A177-3AD203B41FA5}">
                      <a16:colId xmlns:a16="http://schemas.microsoft.com/office/drawing/2014/main" val="1491840419"/>
                    </a:ext>
                  </a:extLst>
                </a:gridCol>
                <a:gridCol w="495623">
                  <a:extLst>
                    <a:ext uri="{9D8B030D-6E8A-4147-A177-3AD203B41FA5}">
                      <a16:colId xmlns:a16="http://schemas.microsoft.com/office/drawing/2014/main" val="3174944040"/>
                    </a:ext>
                  </a:extLst>
                </a:gridCol>
                <a:gridCol w="495623">
                  <a:extLst>
                    <a:ext uri="{9D8B030D-6E8A-4147-A177-3AD203B41FA5}">
                      <a16:colId xmlns:a16="http://schemas.microsoft.com/office/drawing/2014/main" val="1567093435"/>
                    </a:ext>
                  </a:extLst>
                </a:gridCol>
                <a:gridCol w="495623">
                  <a:extLst>
                    <a:ext uri="{9D8B030D-6E8A-4147-A177-3AD203B41FA5}">
                      <a16:colId xmlns:a16="http://schemas.microsoft.com/office/drawing/2014/main" val="4073063668"/>
                    </a:ext>
                  </a:extLst>
                </a:gridCol>
                <a:gridCol w="495623">
                  <a:extLst>
                    <a:ext uri="{9D8B030D-6E8A-4147-A177-3AD203B41FA5}">
                      <a16:colId xmlns:a16="http://schemas.microsoft.com/office/drawing/2014/main" val="3513585595"/>
                    </a:ext>
                  </a:extLst>
                </a:gridCol>
                <a:gridCol w="495623">
                  <a:extLst>
                    <a:ext uri="{9D8B030D-6E8A-4147-A177-3AD203B41FA5}">
                      <a16:colId xmlns:a16="http://schemas.microsoft.com/office/drawing/2014/main" val="439334933"/>
                    </a:ext>
                  </a:extLst>
                </a:gridCol>
                <a:gridCol w="495623">
                  <a:extLst>
                    <a:ext uri="{9D8B030D-6E8A-4147-A177-3AD203B41FA5}">
                      <a16:colId xmlns:a16="http://schemas.microsoft.com/office/drawing/2014/main" val="198728033"/>
                    </a:ext>
                  </a:extLst>
                </a:gridCol>
                <a:gridCol w="495623">
                  <a:extLst>
                    <a:ext uri="{9D8B030D-6E8A-4147-A177-3AD203B41FA5}">
                      <a16:colId xmlns:a16="http://schemas.microsoft.com/office/drawing/2014/main" val="2976533253"/>
                    </a:ext>
                  </a:extLst>
                </a:gridCol>
              </a:tblGrid>
              <a:tr h="221961">
                <a:tc>
                  <a:txBody>
                    <a:bodyPr/>
                    <a:lstStyle/>
                    <a:p>
                      <a:pPr algn="l" fontAlgn="b"/>
                      <a:r>
                        <a:rPr lang="nb-NO" sz="1200" b="1" i="0" u="none" strike="noStrike">
                          <a:solidFill>
                            <a:srgbClr val="FFFFFF"/>
                          </a:solidFill>
                          <a:effectLst/>
                          <a:latin typeface="Aptos Narrow" panose="020B0004020202020204" pitchFamily="34" charset="0"/>
                        </a:rPr>
                        <a:t>Timetracker </a:t>
                      </a:r>
                    </a:p>
                  </a:txBody>
                  <a:tcPr marL="7871" marR="7871" marT="7871" marB="37781"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37271727"/>
                  </a:ext>
                </a:extLst>
              </a:tr>
              <a:tr h="184180">
                <a:tc>
                  <a:txBody>
                    <a:bodyPr/>
                    <a:lstStyle/>
                    <a:p>
                      <a:pPr algn="ctr" fontAlgn="b"/>
                      <a:r>
                        <a:rPr lang="nb-NO" sz="900" b="1" i="0" u="none" strike="noStrike">
                          <a:solidFill>
                            <a:srgbClr val="FFFFFF"/>
                          </a:solidFill>
                          <a:effectLst/>
                          <a:latin typeface="Aptos Narrow" panose="020B0004020202020204" pitchFamily="34" charset="0"/>
                        </a:rPr>
                        <a:t>UKE ---&gt;</a:t>
                      </a:r>
                    </a:p>
                  </a:txBody>
                  <a:tcPr marL="7871" marR="7871" marT="7871" marB="37781"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47474"/>
                    </a:solidFill>
                  </a:tcPr>
                </a:tc>
                <a:tc>
                  <a:txBody>
                    <a:bodyPr/>
                    <a:lstStyle/>
                    <a:p>
                      <a:pPr algn="r" fontAlgn="b"/>
                      <a:r>
                        <a:rPr lang="nb-NO" sz="900" b="1" i="0" u="none" strike="noStrike">
                          <a:solidFill>
                            <a:srgbClr val="000000"/>
                          </a:solidFill>
                          <a:effectLst/>
                          <a:latin typeface="Aptos Narrow" panose="020B0004020202020204" pitchFamily="34" charset="0"/>
                        </a:rPr>
                        <a:t>5</a:t>
                      </a:r>
                    </a:p>
                  </a:txBody>
                  <a:tcPr marL="7871" marR="7871" marT="7871" marB="37781"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5A1"/>
                    </a:solidFill>
                  </a:tcPr>
                </a:tc>
                <a:tc>
                  <a:txBody>
                    <a:bodyPr/>
                    <a:lstStyle/>
                    <a:p>
                      <a:pPr algn="r" fontAlgn="b"/>
                      <a:r>
                        <a:rPr lang="nb-NO" sz="900" b="1" i="0" u="none" strike="noStrike">
                          <a:solidFill>
                            <a:srgbClr val="000000"/>
                          </a:solidFill>
                          <a:effectLst/>
                          <a:latin typeface="Aptos Narrow" panose="020B0004020202020204" pitchFamily="34" charset="0"/>
                        </a:rPr>
                        <a:t>6</a:t>
                      </a: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5A1"/>
                    </a:solidFill>
                  </a:tcPr>
                </a:tc>
                <a:tc>
                  <a:txBody>
                    <a:bodyPr/>
                    <a:lstStyle/>
                    <a:p>
                      <a:pPr algn="r" fontAlgn="b"/>
                      <a:r>
                        <a:rPr lang="nb-NO" sz="900" b="1" i="0" u="none" strike="noStrike">
                          <a:solidFill>
                            <a:srgbClr val="000000"/>
                          </a:solidFill>
                          <a:effectLst/>
                          <a:latin typeface="Aptos Narrow" panose="020B0004020202020204" pitchFamily="34" charset="0"/>
                        </a:rPr>
                        <a:t>7</a:t>
                      </a: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5A1"/>
                    </a:solidFill>
                  </a:tcPr>
                </a:tc>
                <a:tc>
                  <a:txBody>
                    <a:bodyPr/>
                    <a:lstStyle/>
                    <a:p>
                      <a:pPr algn="r" fontAlgn="b"/>
                      <a:r>
                        <a:rPr lang="nb-NO" sz="900" b="1" i="0" u="none" strike="noStrike">
                          <a:solidFill>
                            <a:srgbClr val="000000"/>
                          </a:solidFill>
                          <a:effectLst/>
                          <a:latin typeface="Aptos Narrow" panose="020B0004020202020204" pitchFamily="34" charset="0"/>
                        </a:rPr>
                        <a:t>8</a:t>
                      </a: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5A1"/>
                    </a:solidFill>
                  </a:tcPr>
                </a:tc>
                <a:tc>
                  <a:txBody>
                    <a:bodyPr/>
                    <a:lstStyle/>
                    <a:p>
                      <a:pPr algn="r" fontAlgn="b"/>
                      <a:r>
                        <a:rPr lang="nb-NO" sz="900" b="1" i="0" u="none" strike="noStrike">
                          <a:solidFill>
                            <a:srgbClr val="000000"/>
                          </a:solidFill>
                          <a:effectLst/>
                          <a:latin typeface="Aptos Narrow" panose="020B0004020202020204" pitchFamily="34" charset="0"/>
                        </a:rPr>
                        <a:t>9</a:t>
                      </a: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5A1"/>
                    </a:solidFill>
                  </a:tcPr>
                </a:tc>
                <a:tc>
                  <a:txBody>
                    <a:bodyPr/>
                    <a:lstStyle/>
                    <a:p>
                      <a:pPr algn="r" fontAlgn="b"/>
                      <a:r>
                        <a:rPr lang="nb-NO" sz="900" b="1" i="0" u="none" strike="noStrike">
                          <a:solidFill>
                            <a:srgbClr val="000000"/>
                          </a:solidFill>
                          <a:effectLst/>
                          <a:latin typeface="Aptos Narrow" panose="020B0004020202020204" pitchFamily="34" charset="0"/>
                        </a:rPr>
                        <a:t>10</a:t>
                      </a: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5A1"/>
                    </a:solidFill>
                  </a:tcPr>
                </a:tc>
                <a:tc>
                  <a:txBody>
                    <a:bodyPr/>
                    <a:lstStyle/>
                    <a:p>
                      <a:pPr algn="r" fontAlgn="b"/>
                      <a:r>
                        <a:rPr lang="nb-NO" sz="900" b="1" i="0" u="none" strike="noStrike">
                          <a:solidFill>
                            <a:srgbClr val="000000"/>
                          </a:solidFill>
                          <a:effectLst/>
                          <a:latin typeface="Aptos Narrow" panose="020B0004020202020204" pitchFamily="34" charset="0"/>
                        </a:rPr>
                        <a:t>11</a:t>
                      </a: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5A1"/>
                    </a:solidFill>
                  </a:tcPr>
                </a:tc>
                <a:tc>
                  <a:txBody>
                    <a:bodyPr/>
                    <a:lstStyle/>
                    <a:p>
                      <a:pPr algn="r" fontAlgn="b"/>
                      <a:r>
                        <a:rPr lang="nb-NO" sz="900" b="1" i="0" u="none" strike="noStrike">
                          <a:solidFill>
                            <a:srgbClr val="000000"/>
                          </a:solidFill>
                          <a:effectLst/>
                          <a:latin typeface="Aptos Narrow" panose="020B0004020202020204" pitchFamily="34" charset="0"/>
                        </a:rPr>
                        <a:t>12</a:t>
                      </a: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5A1"/>
                    </a:solidFill>
                  </a:tcPr>
                </a:tc>
                <a:tc>
                  <a:txBody>
                    <a:bodyPr/>
                    <a:lstStyle/>
                    <a:p>
                      <a:pPr algn="r" fontAlgn="b"/>
                      <a:r>
                        <a:rPr lang="nb-NO" sz="900" b="1" i="0" u="none" strike="noStrike">
                          <a:solidFill>
                            <a:srgbClr val="000000"/>
                          </a:solidFill>
                          <a:effectLst/>
                          <a:latin typeface="Aptos Narrow" panose="020B0004020202020204" pitchFamily="34" charset="0"/>
                        </a:rPr>
                        <a:t>13</a:t>
                      </a: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5A1"/>
                    </a:solidFill>
                  </a:tcPr>
                </a:tc>
                <a:tc>
                  <a:txBody>
                    <a:bodyPr/>
                    <a:lstStyle/>
                    <a:p>
                      <a:pPr algn="r" fontAlgn="b"/>
                      <a:r>
                        <a:rPr lang="nb-NO" sz="900" b="1" i="0" u="none" strike="noStrike">
                          <a:solidFill>
                            <a:srgbClr val="000000"/>
                          </a:solidFill>
                          <a:effectLst/>
                          <a:latin typeface="Aptos Narrow" panose="020B0004020202020204" pitchFamily="34" charset="0"/>
                        </a:rPr>
                        <a:t>14</a:t>
                      </a: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5A1"/>
                    </a:solidFill>
                  </a:tcPr>
                </a:tc>
                <a:tc>
                  <a:txBody>
                    <a:bodyPr/>
                    <a:lstStyle/>
                    <a:p>
                      <a:pPr algn="r" fontAlgn="b"/>
                      <a:r>
                        <a:rPr lang="nb-NO" sz="900" b="1" i="0" u="none" strike="noStrike">
                          <a:solidFill>
                            <a:srgbClr val="000000"/>
                          </a:solidFill>
                          <a:effectLst/>
                          <a:latin typeface="Aptos Narrow" panose="020B0004020202020204" pitchFamily="34" charset="0"/>
                        </a:rPr>
                        <a:t>15</a:t>
                      </a: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5A1"/>
                    </a:solidFill>
                  </a:tcPr>
                </a:tc>
                <a:tc>
                  <a:txBody>
                    <a:bodyPr/>
                    <a:lstStyle/>
                    <a:p>
                      <a:pPr algn="r" fontAlgn="b"/>
                      <a:r>
                        <a:rPr lang="nb-NO" sz="900" b="1" i="0" u="none" strike="noStrike">
                          <a:solidFill>
                            <a:srgbClr val="000000"/>
                          </a:solidFill>
                          <a:effectLst/>
                          <a:latin typeface="Aptos Narrow" panose="020B0004020202020204" pitchFamily="34" charset="0"/>
                        </a:rPr>
                        <a:t>16</a:t>
                      </a: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5A1"/>
                    </a:solidFill>
                  </a:tcPr>
                </a:tc>
                <a:tc>
                  <a:txBody>
                    <a:bodyPr/>
                    <a:lstStyle/>
                    <a:p>
                      <a:pPr algn="r" fontAlgn="b"/>
                      <a:r>
                        <a:rPr lang="nb-NO" sz="900" b="1" i="0" u="none" strike="noStrike">
                          <a:solidFill>
                            <a:srgbClr val="000000"/>
                          </a:solidFill>
                          <a:effectLst/>
                          <a:latin typeface="Aptos Narrow" panose="020B0004020202020204" pitchFamily="34" charset="0"/>
                        </a:rPr>
                        <a:t>17</a:t>
                      </a: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5A1"/>
                    </a:solidFill>
                  </a:tcPr>
                </a:tc>
                <a:tc>
                  <a:txBody>
                    <a:bodyPr/>
                    <a:lstStyle/>
                    <a:p>
                      <a:pPr algn="r" fontAlgn="b"/>
                      <a:r>
                        <a:rPr lang="nb-NO" sz="900" b="1" i="0" u="none" strike="noStrike">
                          <a:solidFill>
                            <a:srgbClr val="000000"/>
                          </a:solidFill>
                          <a:effectLst/>
                          <a:latin typeface="Aptos Narrow" panose="020B0004020202020204" pitchFamily="34" charset="0"/>
                        </a:rPr>
                        <a:t>18</a:t>
                      </a: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5A1"/>
                    </a:solidFill>
                  </a:tcPr>
                </a:tc>
                <a:tc>
                  <a:txBody>
                    <a:bodyPr/>
                    <a:lstStyle/>
                    <a:p>
                      <a:pPr algn="r" fontAlgn="b"/>
                      <a:r>
                        <a:rPr lang="nb-NO" sz="900" b="1" i="0" u="none" strike="noStrike">
                          <a:solidFill>
                            <a:srgbClr val="000000"/>
                          </a:solidFill>
                          <a:effectLst/>
                          <a:latin typeface="Aptos Narrow" panose="020B0004020202020204" pitchFamily="34" charset="0"/>
                        </a:rPr>
                        <a:t>19</a:t>
                      </a: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5A1"/>
                    </a:solidFill>
                  </a:tcPr>
                </a:tc>
                <a:tc>
                  <a:txBody>
                    <a:bodyPr/>
                    <a:lstStyle/>
                    <a:p>
                      <a:pPr algn="r" fontAlgn="b"/>
                      <a:r>
                        <a:rPr lang="nb-NO" sz="900" b="1" i="0" u="none" strike="noStrike">
                          <a:solidFill>
                            <a:srgbClr val="000000"/>
                          </a:solidFill>
                          <a:effectLst/>
                          <a:latin typeface="Aptos Narrow" panose="020B0004020202020204" pitchFamily="34" charset="0"/>
                        </a:rPr>
                        <a:t>20</a:t>
                      </a: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5A1"/>
                    </a:solidFill>
                  </a:tcPr>
                </a:tc>
                <a:tc>
                  <a:txBody>
                    <a:bodyPr/>
                    <a:lstStyle/>
                    <a:p>
                      <a:pPr algn="r" fontAlgn="b"/>
                      <a:r>
                        <a:rPr lang="nb-NO" sz="900" b="1" i="0" u="none" strike="noStrike">
                          <a:solidFill>
                            <a:srgbClr val="000000"/>
                          </a:solidFill>
                          <a:effectLst/>
                          <a:latin typeface="Aptos Narrow" panose="020B0004020202020204" pitchFamily="34" charset="0"/>
                        </a:rPr>
                        <a:t>21</a:t>
                      </a: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5A1"/>
                    </a:solidFill>
                  </a:tcPr>
                </a:tc>
                <a:tc>
                  <a:txBody>
                    <a:bodyPr/>
                    <a:lstStyle/>
                    <a:p>
                      <a:pPr algn="r" fontAlgn="b"/>
                      <a:r>
                        <a:rPr lang="nb-NO" sz="900" b="1" i="0" u="none" strike="noStrike">
                          <a:solidFill>
                            <a:srgbClr val="000000"/>
                          </a:solidFill>
                          <a:effectLst/>
                          <a:latin typeface="Aptos Narrow" panose="020B0004020202020204" pitchFamily="34" charset="0"/>
                        </a:rPr>
                        <a:t>22</a:t>
                      </a:r>
                    </a:p>
                  </a:txBody>
                  <a:tcPr marL="7871" marR="7871" marT="7871" marB="37781"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5A1"/>
                    </a:solidFill>
                  </a:tcPr>
                </a:tc>
                <a:extLst>
                  <a:ext uri="{0D108BD9-81ED-4DB2-BD59-A6C34878D82A}">
                    <a16:rowId xmlns:a16="http://schemas.microsoft.com/office/drawing/2014/main" val="2088594684"/>
                  </a:ext>
                </a:extLst>
              </a:tr>
              <a:tr h="184180">
                <a:tc>
                  <a:txBody>
                    <a:bodyPr/>
                    <a:lstStyle/>
                    <a:p>
                      <a:pPr algn="l" fontAlgn="b"/>
                      <a:r>
                        <a:rPr lang="nb-NO" sz="900" b="0" i="0" u="none" strike="noStrike">
                          <a:solidFill>
                            <a:srgbClr val="000000"/>
                          </a:solidFill>
                          <a:effectLst/>
                          <a:latin typeface="Aptos Narrow" panose="020B0004020202020204" pitchFamily="34" charset="0"/>
                        </a:rPr>
                        <a:t>Kenneth</a:t>
                      </a:r>
                    </a:p>
                  </a:txBody>
                  <a:tcPr marL="7871" marR="7871" marT="7871" marB="37781"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DADAD"/>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DADAD"/>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643112592"/>
                  </a:ext>
                </a:extLst>
              </a:tr>
              <a:tr h="184180">
                <a:tc>
                  <a:txBody>
                    <a:bodyPr/>
                    <a:lstStyle/>
                    <a:p>
                      <a:pPr algn="l" fontAlgn="b"/>
                      <a:r>
                        <a:rPr lang="nb-NO" sz="900" b="0" i="0" u="none" strike="noStrike">
                          <a:solidFill>
                            <a:srgbClr val="000000"/>
                          </a:solidFill>
                          <a:effectLst/>
                          <a:latin typeface="Aptos Narrow" panose="020B0004020202020204" pitchFamily="34" charset="0"/>
                        </a:rPr>
                        <a:t>Jonas</a:t>
                      </a:r>
                    </a:p>
                  </a:txBody>
                  <a:tcPr marL="7871" marR="7871" marT="7871" marB="37781"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DADAD"/>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DADAD"/>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971225321"/>
                  </a:ext>
                </a:extLst>
              </a:tr>
              <a:tr h="184180">
                <a:tc>
                  <a:txBody>
                    <a:bodyPr/>
                    <a:lstStyle/>
                    <a:p>
                      <a:pPr algn="l" fontAlgn="b"/>
                      <a:r>
                        <a:rPr lang="nb-NO" sz="900" b="0" i="0" u="none" strike="noStrike">
                          <a:solidFill>
                            <a:srgbClr val="000000"/>
                          </a:solidFill>
                          <a:effectLst/>
                          <a:latin typeface="Aptos Narrow" panose="020B0004020202020204" pitchFamily="34" charset="0"/>
                        </a:rPr>
                        <a:t>Kristian</a:t>
                      </a:r>
                    </a:p>
                  </a:txBody>
                  <a:tcPr marL="7871" marR="7871" marT="7871" marB="37781"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DADAD"/>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DADAD"/>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668656069"/>
                  </a:ext>
                </a:extLst>
              </a:tr>
              <a:tr h="184180">
                <a:tc>
                  <a:txBody>
                    <a:bodyPr/>
                    <a:lstStyle/>
                    <a:p>
                      <a:pPr algn="l" fontAlgn="b"/>
                      <a:r>
                        <a:rPr lang="nb-NO" sz="900" b="0" i="0" u="none" strike="noStrike">
                          <a:solidFill>
                            <a:srgbClr val="000000"/>
                          </a:solidFill>
                          <a:effectLst/>
                          <a:latin typeface="Aptos Narrow" panose="020B0004020202020204" pitchFamily="34" charset="0"/>
                        </a:rPr>
                        <a:t>Mia </a:t>
                      </a:r>
                    </a:p>
                  </a:txBody>
                  <a:tcPr marL="7871" marR="7871" marT="7871" marB="37781"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DADAD"/>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DADAD"/>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016922037"/>
                  </a:ext>
                </a:extLst>
              </a:tr>
              <a:tr h="184180">
                <a:tc>
                  <a:txBody>
                    <a:bodyPr/>
                    <a:lstStyle/>
                    <a:p>
                      <a:pPr algn="l" fontAlgn="b"/>
                      <a:r>
                        <a:rPr lang="nb-NO" sz="900" b="0" i="0" u="none" strike="noStrike">
                          <a:solidFill>
                            <a:srgbClr val="000000"/>
                          </a:solidFill>
                          <a:effectLst/>
                          <a:latin typeface="Aptos Narrow" panose="020B0004020202020204" pitchFamily="34" charset="0"/>
                        </a:rPr>
                        <a:t>Lucas </a:t>
                      </a:r>
                    </a:p>
                  </a:txBody>
                  <a:tcPr marL="7871" marR="7871" marT="7871" marB="37781"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AEDFB"/>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DADAD"/>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DADAD"/>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3416239106"/>
                  </a:ext>
                </a:extLst>
              </a:tr>
              <a:tr h="184180">
                <a:tc>
                  <a:txBody>
                    <a:bodyPr/>
                    <a:lstStyle/>
                    <a:p>
                      <a:pPr algn="l" fontAlgn="b"/>
                      <a:r>
                        <a:rPr lang="nb-NO" sz="900" b="1" i="0" u="none" strike="noStrike">
                          <a:solidFill>
                            <a:srgbClr val="000000"/>
                          </a:solidFill>
                          <a:effectLst/>
                          <a:latin typeface="Aptos Narrow" panose="020B0004020202020204" pitchFamily="34" charset="0"/>
                        </a:rPr>
                        <a:t>Sum timer</a:t>
                      </a:r>
                    </a:p>
                  </a:txBody>
                  <a:tcPr marL="7871" marR="7871" marT="7871" marB="37781"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r" fontAlgn="b"/>
                      <a:r>
                        <a:rPr lang="nb-NO" sz="900" b="0" i="0" u="none" strike="noStrike">
                          <a:solidFill>
                            <a:srgbClr val="000000"/>
                          </a:solidFill>
                          <a:effectLst/>
                          <a:latin typeface="Aptos Narrow" panose="020B0004020202020204" pitchFamily="34" charset="0"/>
                        </a:rPr>
                        <a:t>0</a:t>
                      </a:r>
                    </a:p>
                  </a:txBody>
                  <a:tcPr marL="7871" marR="7871" marT="7871" marB="37781"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panose="020B0004020202020204" pitchFamily="34" charset="0"/>
                        </a:rPr>
                        <a:t>0</a:t>
                      </a: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panose="020B0004020202020204" pitchFamily="34" charset="0"/>
                        </a:rPr>
                        <a:t>0</a:t>
                      </a: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panose="020B0004020202020204" pitchFamily="34" charset="0"/>
                        </a:rPr>
                        <a:t>0</a:t>
                      </a: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panose="020B0004020202020204" pitchFamily="34" charset="0"/>
                        </a:rPr>
                        <a:t>0</a:t>
                      </a: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panose="020B0004020202020204" pitchFamily="34" charset="0"/>
                        </a:rPr>
                        <a:t>0</a:t>
                      </a: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panose="020B0004020202020204" pitchFamily="34" charset="0"/>
                        </a:rPr>
                        <a:t>0</a:t>
                      </a: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panose="020B0004020202020204" pitchFamily="34" charset="0"/>
                        </a:rPr>
                        <a:t>0</a:t>
                      </a: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panose="020B0004020202020204" pitchFamily="34" charset="0"/>
                        </a:rPr>
                        <a:t>0</a:t>
                      </a: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panose="020B0004020202020204" pitchFamily="34" charset="0"/>
                        </a:rPr>
                        <a:t>0</a:t>
                      </a: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panose="020B0004020202020204" pitchFamily="34" charset="0"/>
                        </a:rPr>
                        <a:t>0</a:t>
                      </a: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panose="020B0004020202020204" pitchFamily="34" charset="0"/>
                        </a:rPr>
                        <a:t>0</a:t>
                      </a: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panose="020B0004020202020204" pitchFamily="34" charset="0"/>
                        </a:rPr>
                        <a:t>0</a:t>
                      </a: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panose="020B0004020202020204" pitchFamily="34" charset="0"/>
                        </a:rPr>
                        <a:t>0</a:t>
                      </a: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panose="020B0004020202020204" pitchFamily="34" charset="0"/>
                        </a:rPr>
                        <a:t>0</a:t>
                      </a: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panose="020B0004020202020204" pitchFamily="34" charset="0"/>
                        </a:rPr>
                        <a:t>0</a:t>
                      </a: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panose="020B0004020202020204" pitchFamily="34" charset="0"/>
                        </a:rPr>
                        <a:t>0</a:t>
                      </a:r>
                    </a:p>
                  </a:txBody>
                  <a:tcPr marL="7871" marR="7871" marT="7871" marB="3778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r" fontAlgn="b"/>
                      <a:r>
                        <a:rPr lang="nb-NO" sz="900" b="0" i="0" u="none" strike="noStrike">
                          <a:solidFill>
                            <a:srgbClr val="000000"/>
                          </a:solidFill>
                          <a:effectLst/>
                          <a:latin typeface="Aptos Narrow" panose="020B0004020202020204" pitchFamily="34" charset="0"/>
                        </a:rPr>
                        <a:t>0</a:t>
                      </a:r>
                    </a:p>
                  </a:txBody>
                  <a:tcPr marL="7871" marR="7871" marT="7871" marB="37781"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511796641"/>
                  </a:ext>
                </a:extLst>
              </a:tr>
              <a:tr h="184180">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858092769"/>
                  </a:ext>
                </a:extLst>
              </a:tr>
              <a:tr h="221961">
                <a:tc>
                  <a:txBody>
                    <a:bodyPr/>
                    <a:lstStyle/>
                    <a:p>
                      <a:pPr algn="l" fontAlgn="b"/>
                      <a:r>
                        <a:rPr lang="nb-NO" sz="1200" b="1" i="0" u="none" strike="noStrike">
                          <a:solidFill>
                            <a:srgbClr val="FFFFFF"/>
                          </a:solidFill>
                          <a:effectLst/>
                          <a:latin typeface="Aptos Narrow" panose="020B0004020202020204" pitchFamily="34" charset="0"/>
                        </a:rPr>
                        <a:t>Totale individuelle timer</a:t>
                      </a:r>
                    </a:p>
                  </a:txBody>
                  <a:tcPr marL="7871" marR="7871" marT="7871" marB="37781"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extLst>
                  <a:ext uri="{0D108BD9-81ED-4DB2-BD59-A6C34878D82A}">
                    <a16:rowId xmlns:a16="http://schemas.microsoft.com/office/drawing/2014/main" val="766626191"/>
                  </a:ext>
                </a:extLst>
              </a:tr>
              <a:tr h="184180">
                <a:tc>
                  <a:txBody>
                    <a:bodyPr/>
                    <a:lstStyle/>
                    <a:p>
                      <a:pPr algn="l" fontAlgn="b"/>
                      <a:r>
                        <a:rPr lang="nb-NO" sz="900" b="1" i="0" u="none" strike="noStrike">
                          <a:solidFill>
                            <a:srgbClr val="000000"/>
                          </a:solidFill>
                          <a:effectLst/>
                          <a:latin typeface="Aptos Narrow" panose="020B0004020202020204" pitchFamily="34" charset="0"/>
                        </a:rPr>
                        <a:t>Kenneth</a:t>
                      </a:r>
                    </a:p>
                  </a:txBody>
                  <a:tcPr marL="7871" marR="7871" marT="7871" marB="37781"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r" fontAlgn="b"/>
                      <a:r>
                        <a:rPr lang="nb-NO" sz="900" b="0" i="0" u="none" strike="noStrike">
                          <a:solidFill>
                            <a:srgbClr val="000000"/>
                          </a:solidFill>
                          <a:effectLst/>
                          <a:latin typeface="Aptos Narrow" panose="020B0004020202020204" pitchFamily="34" charset="0"/>
                        </a:rPr>
                        <a:t>0</a:t>
                      </a:r>
                    </a:p>
                  </a:txBody>
                  <a:tcPr marL="7871" marR="7871" marT="7871" marB="37781"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extLst>
                  <a:ext uri="{0D108BD9-81ED-4DB2-BD59-A6C34878D82A}">
                    <a16:rowId xmlns:a16="http://schemas.microsoft.com/office/drawing/2014/main" val="3725167912"/>
                  </a:ext>
                </a:extLst>
              </a:tr>
              <a:tr h="184180">
                <a:tc>
                  <a:txBody>
                    <a:bodyPr/>
                    <a:lstStyle/>
                    <a:p>
                      <a:pPr algn="l" fontAlgn="b"/>
                      <a:r>
                        <a:rPr lang="nb-NO" sz="900" b="1" i="0" u="none" strike="noStrike">
                          <a:solidFill>
                            <a:srgbClr val="000000"/>
                          </a:solidFill>
                          <a:effectLst/>
                          <a:latin typeface="Aptos Narrow" panose="020B0004020202020204" pitchFamily="34" charset="0"/>
                        </a:rPr>
                        <a:t>Jonas</a:t>
                      </a:r>
                    </a:p>
                  </a:txBody>
                  <a:tcPr marL="7871" marR="7871" marT="7871" marB="37781"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r" fontAlgn="b"/>
                      <a:r>
                        <a:rPr lang="nb-NO" sz="900" b="0" i="0" u="none" strike="noStrike">
                          <a:solidFill>
                            <a:srgbClr val="000000"/>
                          </a:solidFill>
                          <a:effectLst/>
                          <a:latin typeface="Aptos Narrow" panose="020B0004020202020204" pitchFamily="34" charset="0"/>
                        </a:rPr>
                        <a:t>0</a:t>
                      </a:r>
                    </a:p>
                  </a:txBody>
                  <a:tcPr marL="7871" marR="7871" marT="7871" marB="37781"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extLst>
                  <a:ext uri="{0D108BD9-81ED-4DB2-BD59-A6C34878D82A}">
                    <a16:rowId xmlns:a16="http://schemas.microsoft.com/office/drawing/2014/main" val="164158049"/>
                  </a:ext>
                </a:extLst>
              </a:tr>
              <a:tr h="184180">
                <a:tc>
                  <a:txBody>
                    <a:bodyPr/>
                    <a:lstStyle/>
                    <a:p>
                      <a:pPr algn="l" fontAlgn="b"/>
                      <a:r>
                        <a:rPr lang="nb-NO" sz="900" b="1" i="0" u="none" strike="noStrike">
                          <a:solidFill>
                            <a:srgbClr val="000000"/>
                          </a:solidFill>
                          <a:effectLst/>
                          <a:latin typeface="Aptos Narrow" panose="020B0004020202020204" pitchFamily="34" charset="0"/>
                        </a:rPr>
                        <a:t>Kristian</a:t>
                      </a:r>
                    </a:p>
                  </a:txBody>
                  <a:tcPr marL="7871" marR="7871" marT="7871" marB="37781"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r" fontAlgn="b"/>
                      <a:r>
                        <a:rPr lang="nb-NO" sz="900" b="0" i="0" u="none" strike="noStrike">
                          <a:solidFill>
                            <a:srgbClr val="000000"/>
                          </a:solidFill>
                          <a:effectLst/>
                          <a:latin typeface="Aptos Narrow" panose="020B0004020202020204" pitchFamily="34" charset="0"/>
                        </a:rPr>
                        <a:t>0</a:t>
                      </a:r>
                    </a:p>
                  </a:txBody>
                  <a:tcPr marL="7871" marR="7871" marT="7871" marB="37781"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extLst>
                  <a:ext uri="{0D108BD9-81ED-4DB2-BD59-A6C34878D82A}">
                    <a16:rowId xmlns:a16="http://schemas.microsoft.com/office/drawing/2014/main" val="2134672600"/>
                  </a:ext>
                </a:extLst>
              </a:tr>
              <a:tr h="184180">
                <a:tc>
                  <a:txBody>
                    <a:bodyPr/>
                    <a:lstStyle/>
                    <a:p>
                      <a:pPr algn="l" fontAlgn="b"/>
                      <a:r>
                        <a:rPr lang="nb-NO" sz="900" b="1" i="0" u="none" strike="noStrike">
                          <a:solidFill>
                            <a:srgbClr val="000000"/>
                          </a:solidFill>
                          <a:effectLst/>
                          <a:latin typeface="Aptos Narrow" panose="020B0004020202020204" pitchFamily="34" charset="0"/>
                        </a:rPr>
                        <a:t>Mia </a:t>
                      </a:r>
                    </a:p>
                  </a:txBody>
                  <a:tcPr marL="7871" marR="7871" marT="7871" marB="37781"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r" fontAlgn="b"/>
                      <a:r>
                        <a:rPr lang="nb-NO" sz="900" b="0" i="0" u="none" strike="noStrike">
                          <a:solidFill>
                            <a:srgbClr val="000000"/>
                          </a:solidFill>
                          <a:effectLst/>
                          <a:latin typeface="Aptos Narrow" panose="020B0004020202020204" pitchFamily="34" charset="0"/>
                        </a:rPr>
                        <a:t>0</a:t>
                      </a:r>
                    </a:p>
                  </a:txBody>
                  <a:tcPr marL="7871" marR="7871" marT="7871" marB="37781"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extLst>
                  <a:ext uri="{0D108BD9-81ED-4DB2-BD59-A6C34878D82A}">
                    <a16:rowId xmlns:a16="http://schemas.microsoft.com/office/drawing/2014/main" val="3805259280"/>
                  </a:ext>
                </a:extLst>
              </a:tr>
              <a:tr h="184180">
                <a:tc>
                  <a:txBody>
                    <a:bodyPr/>
                    <a:lstStyle/>
                    <a:p>
                      <a:pPr algn="l" fontAlgn="b"/>
                      <a:r>
                        <a:rPr lang="nb-NO" sz="900" b="1" i="0" u="none" strike="noStrike">
                          <a:solidFill>
                            <a:srgbClr val="000000"/>
                          </a:solidFill>
                          <a:effectLst/>
                          <a:latin typeface="Aptos Narrow" panose="020B0004020202020204" pitchFamily="34" charset="0"/>
                        </a:rPr>
                        <a:t>Lucas </a:t>
                      </a:r>
                    </a:p>
                  </a:txBody>
                  <a:tcPr marL="7871" marR="7871" marT="7871" marB="37781"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AEDFB"/>
                    </a:solidFill>
                  </a:tcPr>
                </a:tc>
                <a:tc>
                  <a:txBody>
                    <a:bodyPr/>
                    <a:lstStyle/>
                    <a:p>
                      <a:pPr algn="r" fontAlgn="b"/>
                      <a:r>
                        <a:rPr lang="nb-NO" sz="900" b="0" i="0" u="none" strike="noStrike">
                          <a:solidFill>
                            <a:srgbClr val="000000"/>
                          </a:solidFill>
                          <a:effectLst/>
                          <a:latin typeface="Aptos Narrow" panose="020B0004020202020204" pitchFamily="34" charset="0"/>
                        </a:rPr>
                        <a:t>0</a:t>
                      </a:r>
                    </a:p>
                  </a:txBody>
                  <a:tcPr marL="7871" marR="7871" marT="7871" marB="37781"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tc>
                  <a:txBody>
                    <a:bodyPr/>
                    <a:lstStyle/>
                    <a:p>
                      <a:pPr algn="l" fontAlgn="b"/>
                      <a:endParaRPr lang="nb-NO" sz="900" b="0" i="0" u="none" strike="noStrike">
                        <a:solidFill>
                          <a:srgbClr val="000000"/>
                        </a:solidFill>
                        <a:effectLst/>
                        <a:latin typeface="Aptos Narrow" panose="020B0004020202020204" pitchFamily="34" charset="0"/>
                      </a:endParaRPr>
                    </a:p>
                  </a:txBody>
                  <a:tcPr marL="7871" marR="7871" marT="7871" marB="37781" anchor="b">
                    <a:lnL>
                      <a:noFill/>
                    </a:lnL>
                    <a:lnR>
                      <a:noFill/>
                    </a:lnR>
                    <a:lnT>
                      <a:noFill/>
                    </a:lnT>
                    <a:lnB>
                      <a:noFill/>
                    </a:lnB>
                    <a:noFill/>
                  </a:tcPr>
                </a:tc>
                <a:extLst>
                  <a:ext uri="{0D108BD9-81ED-4DB2-BD59-A6C34878D82A}">
                    <a16:rowId xmlns:a16="http://schemas.microsoft.com/office/drawing/2014/main" val="2890822467"/>
                  </a:ext>
                </a:extLst>
              </a:tr>
            </a:tbl>
          </a:graphicData>
        </a:graphic>
      </p:graphicFrame>
    </p:spTree>
    <p:extLst>
      <p:ext uri="{BB962C8B-B14F-4D97-AF65-F5344CB8AC3E}">
        <p14:creationId xmlns:p14="http://schemas.microsoft.com/office/powerpoint/2010/main" val="2767410078"/>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3A63BBB3-546B-4337-0899-26D350ECD206}"/>
              </a:ext>
            </a:extLst>
          </p:cNvPr>
          <p:cNvSpPr>
            <a:spLocks noGrp="1"/>
          </p:cNvSpPr>
          <p:nvPr>
            <p:ph type="title"/>
          </p:nvPr>
        </p:nvSpPr>
        <p:spPr/>
        <p:txBody>
          <a:bodyPr/>
          <a:lstStyle/>
          <a:p>
            <a:endParaRPr lang="nb-NO"/>
          </a:p>
        </p:txBody>
      </p:sp>
      <p:graphicFrame>
        <p:nvGraphicFramePr>
          <p:cNvPr id="12" name="Plassholder for innhold 11">
            <a:extLst>
              <a:ext uri="{FF2B5EF4-FFF2-40B4-BE49-F238E27FC236}">
                <a16:creationId xmlns:a16="http://schemas.microsoft.com/office/drawing/2014/main" id="{3B4E3AAB-A213-E566-213F-111E044F440F}"/>
              </a:ext>
            </a:extLst>
          </p:cNvPr>
          <p:cNvGraphicFramePr>
            <a:graphicFrameLocks noGrp="1"/>
          </p:cNvGraphicFramePr>
          <p:nvPr>
            <p:ph idx="1"/>
            <p:extLst>
              <p:ext uri="{D42A27DB-BD31-4B8C-83A1-F6EECF244321}">
                <p14:modId xmlns:p14="http://schemas.microsoft.com/office/powerpoint/2010/main" val="2788336805"/>
              </p:ext>
            </p:extLst>
          </p:nvPr>
        </p:nvGraphicFramePr>
        <p:xfrm>
          <a:off x="838194" y="365125"/>
          <a:ext cx="10515606" cy="4221528"/>
        </p:xfrm>
        <a:graphic>
          <a:graphicData uri="http://schemas.openxmlformats.org/drawingml/2006/table">
            <a:tbl>
              <a:tblPr/>
              <a:tblGrid>
                <a:gridCol w="561768">
                  <a:extLst>
                    <a:ext uri="{9D8B030D-6E8A-4147-A177-3AD203B41FA5}">
                      <a16:colId xmlns:a16="http://schemas.microsoft.com/office/drawing/2014/main" val="27659081"/>
                    </a:ext>
                  </a:extLst>
                </a:gridCol>
                <a:gridCol w="552991">
                  <a:extLst>
                    <a:ext uri="{9D8B030D-6E8A-4147-A177-3AD203B41FA5}">
                      <a16:colId xmlns:a16="http://schemas.microsoft.com/office/drawing/2014/main" val="3330108954"/>
                    </a:ext>
                  </a:extLst>
                </a:gridCol>
                <a:gridCol w="552991">
                  <a:extLst>
                    <a:ext uri="{9D8B030D-6E8A-4147-A177-3AD203B41FA5}">
                      <a16:colId xmlns:a16="http://schemas.microsoft.com/office/drawing/2014/main" val="3797680058"/>
                    </a:ext>
                  </a:extLst>
                </a:gridCol>
                <a:gridCol w="552991">
                  <a:extLst>
                    <a:ext uri="{9D8B030D-6E8A-4147-A177-3AD203B41FA5}">
                      <a16:colId xmlns:a16="http://schemas.microsoft.com/office/drawing/2014/main" val="3965420554"/>
                    </a:ext>
                  </a:extLst>
                </a:gridCol>
                <a:gridCol w="552991">
                  <a:extLst>
                    <a:ext uri="{9D8B030D-6E8A-4147-A177-3AD203B41FA5}">
                      <a16:colId xmlns:a16="http://schemas.microsoft.com/office/drawing/2014/main" val="1080012567"/>
                    </a:ext>
                  </a:extLst>
                </a:gridCol>
                <a:gridCol w="552991">
                  <a:extLst>
                    <a:ext uri="{9D8B030D-6E8A-4147-A177-3AD203B41FA5}">
                      <a16:colId xmlns:a16="http://schemas.microsoft.com/office/drawing/2014/main" val="1017306196"/>
                    </a:ext>
                  </a:extLst>
                </a:gridCol>
                <a:gridCol w="552991">
                  <a:extLst>
                    <a:ext uri="{9D8B030D-6E8A-4147-A177-3AD203B41FA5}">
                      <a16:colId xmlns:a16="http://schemas.microsoft.com/office/drawing/2014/main" val="157341067"/>
                    </a:ext>
                  </a:extLst>
                </a:gridCol>
                <a:gridCol w="552991">
                  <a:extLst>
                    <a:ext uri="{9D8B030D-6E8A-4147-A177-3AD203B41FA5}">
                      <a16:colId xmlns:a16="http://schemas.microsoft.com/office/drawing/2014/main" val="1586954922"/>
                    </a:ext>
                  </a:extLst>
                </a:gridCol>
                <a:gridCol w="552991">
                  <a:extLst>
                    <a:ext uri="{9D8B030D-6E8A-4147-A177-3AD203B41FA5}">
                      <a16:colId xmlns:a16="http://schemas.microsoft.com/office/drawing/2014/main" val="3846813118"/>
                    </a:ext>
                  </a:extLst>
                </a:gridCol>
                <a:gridCol w="552991">
                  <a:extLst>
                    <a:ext uri="{9D8B030D-6E8A-4147-A177-3AD203B41FA5}">
                      <a16:colId xmlns:a16="http://schemas.microsoft.com/office/drawing/2014/main" val="3415695041"/>
                    </a:ext>
                  </a:extLst>
                </a:gridCol>
                <a:gridCol w="552991">
                  <a:extLst>
                    <a:ext uri="{9D8B030D-6E8A-4147-A177-3AD203B41FA5}">
                      <a16:colId xmlns:a16="http://schemas.microsoft.com/office/drawing/2014/main" val="613035218"/>
                    </a:ext>
                  </a:extLst>
                </a:gridCol>
                <a:gridCol w="552991">
                  <a:extLst>
                    <a:ext uri="{9D8B030D-6E8A-4147-A177-3AD203B41FA5}">
                      <a16:colId xmlns:a16="http://schemas.microsoft.com/office/drawing/2014/main" val="4081603360"/>
                    </a:ext>
                  </a:extLst>
                </a:gridCol>
                <a:gridCol w="552991">
                  <a:extLst>
                    <a:ext uri="{9D8B030D-6E8A-4147-A177-3AD203B41FA5}">
                      <a16:colId xmlns:a16="http://schemas.microsoft.com/office/drawing/2014/main" val="1830033731"/>
                    </a:ext>
                  </a:extLst>
                </a:gridCol>
                <a:gridCol w="552991">
                  <a:extLst>
                    <a:ext uri="{9D8B030D-6E8A-4147-A177-3AD203B41FA5}">
                      <a16:colId xmlns:a16="http://schemas.microsoft.com/office/drawing/2014/main" val="2733480829"/>
                    </a:ext>
                  </a:extLst>
                </a:gridCol>
                <a:gridCol w="552991">
                  <a:extLst>
                    <a:ext uri="{9D8B030D-6E8A-4147-A177-3AD203B41FA5}">
                      <a16:colId xmlns:a16="http://schemas.microsoft.com/office/drawing/2014/main" val="1759689217"/>
                    </a:ext>
                  </a:extLst>
                </a:gridCol>
                <a:gridCol w="552991">
                  <a:extLst>
                    <a:ext uri="{9D8B030D-6E8A-4147-A177-3AD203B41FA5}">
                      <a16:colId xmlns:a16="http://schemas.microsoft.com/office/drawing/2014/main" val="3068355391"/>
                    </a:ext>
                  </a:extLst>
                </a:gridCol>
                <a:gridCol w="552991">
                  <a:extLst>
                    <a:ext uri="{9D8B030D-6E8A-4147-A177-3AD203B41FA5}">
                      <a16:colId xmlns:a16="http://schemas.microsoft.com/office/drawing/2014/main" val="358731872"/>
                    </a:ext>
                  </a:extLst>
                </a:gridCol>
                <a:gridCol w="552991">
                  <a:extLst>
                    <a:ext uri="{9D8B030D-6E8A-4147-A177-3AD203B41FA5}">
                      <a16:colId xmlns:a16="http://schemas.microsoft.com/office/drawing/2014/main" val="3862391927"/>
                    </a:ext>
                  </a:extLst>
                </a:gridCol>
                <a:gridCol w="552991">
                  <a:extLst>
                    <a:ext uri="{9D8B030D-6E8A-4147-A177-3AD203B41FA5}">
                      <a16:colId xmlns:a16="http://schemas.microsoft.com/office/drawing/2014/main" val="1935803462"/>
                    </a:ext>
                  </a:extLst>
                </a:gridCol>
              </a:tblGrid>
              <a:tr h="211723">
                <a:tc gridSpan="2">
                  <a:txBody>
                    <a:bodyPr/>
                    <a:lstStyle/>
                    <a:p>
                      <a:pPr algn="ctr" fontAlgn="ctr"/>
                      <a:r>
                        <a:rPr lang="nb-NO" sz="1200" b="1" i="0" u="none" strike="noStrike">
                          <a:solidFill>
                            <a:srgbClr val="FFFFFF"/>
                          </a:solidFill>
                          <a:effectLst/>
                          <a:latin typeface="Aptos Narrow" panose="020B0004020202020204" pitchFamily="34" charset="0"/>
                        </a:rPr>
                        <a:t>Ukesinndeling</a:t>
                      </a:r>
                    </a:p>
                  </a:txBody>
                  <a:tcPr marL="8822" marR="8822" marT="88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hMerge="1">
                  <a:txBody>
                    <a:bodyPr/>
                    <a:lstStyle/>
                    <a:p>
                      <a:endParaRPr lang="nb-NO"/>
                    </a:p>
                  </a:txBody>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58012676"/>
                  </a:ext>
                </a:extLst>
              </a:tr>
              <a:tr h="185258">
                <a:tc>
                  <a:txBody>
                    <a:bodyPr/>
                    <a:lstStyle/>
                    <a:p>
                      <a:pPr algn="ctr" fontAlgn="b"/>
                      <a:r>
                        <a:rPr lang="nb-NO" sz="1000" b="1" i="0" u="none" strike="noStrike">
                          <a:solidFill>
                            <a:srgbClr val="FFFFFF"/>
                          </a:solidFill>
                          <a:effectLst/>
                          <a:latin typeface="Aptos Narrow" panose="020B0004020202020204" pitchFamily="34" charset="0"/>
                        </a:rPr>
                        <a:t>UKE ---&gt;</a:t>
                      </a:r>
                    </a:p>
                  </a:txBody>
                  <a:tcPr marL="8822" marR="8822" marT="882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47474"/>
                    </a:solidFill>
                  </a:tcPr>
                </a:tc>
                <a:tc>
                  <a:txBody>
                    <a:bodyPr/>
                    <a:lstStyle/>
                    <a:p>
                      <a:pPr algn="r" fontAlgn="b"/>
                      <a:r>
                        <a:rPr lang="nb-NO" sz="1000" b="1" i="0" u="none" strike="noStrike">
                          <a:solidFill>
                            <a:srgbClr val="000000"/>
                          </a:solidFill>
                          <a:effectLst/>
                          <a:latin typeface="Aptos Narrow" panose="020B0004020202020204" pitchFamily="34" charset="0"/>
                        </a:rPr>
                        <a:t>5</a:t>
                      </a:r>
                    </a:p>
                  </a:txBody>
                  <a:tcPr marL="8822" marR="8822" marT="8822"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1000" b="1" i="0" u="none" strike="noStrike">
                          <a:solidFill>
                            <a:srgbClr val="000000"/>
                          </a:solidFill>
                          <a:effectLst/>
                          <a:latin typeface="Aptos Narrow" panose="020B0004020202020204" pitchFamily="34" charset="0"/>
                        </a:rPr>
                        <a:t>6</a:t>
                      </a:r>
                    </a:p>
                  </a:txBody>
                  <a:tcPr marL="8822" marR="8822" marT="8822"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1000" b="1" i="0" u="none" strike="noStrike">
                          <a:solidFill>
                            <a:srgbClr val="000000"/>
                          </a:solidFill>
                          <a:effectLst/>
                          <a:latin typeface="Aptos Narrow" panose="020B0004020202020204" pitchFamily="34" charset="0"/>
                        </a:rPr>
                        <a:t>7</a:t>
                      </a:r>
                    </a:p>
                  </a:txBody>
                  <a:tcPr marL="8822" marR="8822" marT="8822"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1000" b="1" i="0" u="none" strike="noStrike">
                          <a:solidFill>
                            <a:srgbClr val="000000"/>
                          </a:solidFill>
                          <a:effectLst/>
                          <a:latin typeface="Aptos Narrow" panose="020B0004020202020204" pitchFamily="34" charset="0"/>
                        </a:rPr>
                        <a:t>8</a:t>
                      </a:r>
                    </a:p>
                  </a:txBody>
                  <a:tcPr marL="8822" marR="8822" marT="88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1000" b="1" i="0" u="none" strike="noStrike">
                          <a:solidFill>
                            <a:srgbClr val="000000"/>
                          </a:solidFill>
                          <a:effectLst/>
                          <a:latin typeface="Aptos Narrow" panose="020B0004020202020204" pitchFamily="34" charset="0"/>
                        </a:rPr>
                        <a:t>9</a:t>
                      </a:r>
                    </a:p>
                  </a:txBody>
                  <a:tcPr marL="8822" marR="8822" marT="88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1000" b="1" i="0" u="none" strike="noStrike">
                          <a:solidFill>
                            <a:srgbClr val="000000"/>
                          </a:solidFill>
                          <a:effectLst/>
                          <a:latin typeface="Aptos Narrow" panose="020B0004020202020204" pitchFamily="34" charset="0"/>
                        </a:rPr>
                        <a:t>10</a:t>
                      </a:r>
                    </a:p>
                  </a:txBody>
                  <a:tcPr marL="8822" marR="8822" marT="8822"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1000" b="1" i="0" u="none" strike="noStrike">
                          <a:solidFill>
                            <a:srgbClr val="000000"/>
                          </a:solidFill>
                          <a:effectLst/>
                          <a:latin typeface="Aptos Narrow" panose="020B0004020202020204" pitchFamily="34" charset="0"/>
                        </a:rPr>
                        <a:t>11</a:t>
                      </a:r>
                    </a:p>
                  </a:txBody>
                  <a:tcPr marL="8822" marR="8822" marT="8822"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1000" b="1" i="0" u="none" strike="noStrike">
                          <a:solidFill>
                            <a:srgbClr val="000000"/>
                          </a:solidFill>
                          <a:effectLst/>
                          <a:latin typeface="Aptos Narrow" panose="020B0004020202020204" pitchFamily="34" charset="0"/>
                        </a:rPr>
                        <a:t>12</a:t>
                      </a:r>
                    </a:p>
                  </a:txBody>
                  <a:tcPr marL="8822" marR="8822" marT="88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1000" b="1" i="0" u="none" strike="noStrike">
                          <a:solidFill>
                            <a:srgbClr val="000000"/>
                          </a:solidFill>
                          <a:effectLst/>
                          <a:latin typeface="Aptos Narrow" panose="020B0004020202020204" pitchFamily="34" charset="0"/>
                        </a:rPr>
                        <a:t>13</a:t>
                      </a:r>
                    </a:p>
                  </a:txBody>
                  <a:tcPr marL="8822" marR="8822" marT="88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1000" b="1" i="0" u="none" strike="noStrike">
                          <a:solidFill>
                            <a:srgbClr val="000000"/>
                          </a:solidFill>
                          <a:effectLst/>
                          <a:latin typeface="Aptos Narrow" panose="020B0004020202020204" pitchFamily="34" charset="0"/>
                        </a:rPr>
                        <a:t>14</a:t>
                      </a:r>
                    </a:p>
                  </a:txBody>
                  <a:tcPr marL="8822" marR="8822" marT="88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1000" b="1" i="0" u="none" strike="noStrike">
                          <a:solidFill>
                            <a:srgbClr val="000000"/>
                          </a:solidFill>
                          <a:effectLst/>
                          <a:latin typeface="Aptos Narrow" panose="020B0004020202020204" pitchFamily="34" charset="0"/>
                        </a:rPr>
                        <a:t>15</a:t>
                      </a:r>
                    </a:p>
                  </a:txBody>
                  <a:tcPr marL="8822" marR="8822" marT="8822"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1000" b="1" i="0" u="none" strike="noStrike">
                          <a:solidFill>
                            <a:srgbClr val="000000"/>
                          </a:solidFill>
                          <a:effectLst/>
                          <a:latin typeface="Aptos Narrow" panose="020B0004020202020204" pitchFamily="34" charset="0"/>
                        </a:rPr>
                        <a:t>16</a:t>
                      </a:r>
                    </a:p>
                  </a:txBody>
                  <a:tcPr marL="8822" marR="8822" marT="8822"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1000" b="1" i="0" u="none" strike="noStrike">
                          <a:solidFill>
                            <a:srgbClr val="000000"/>
                          </a:solidFill>
                          <a:effectLst/>
                          <a:latin typeface="Aptos Narrow" panose="020B0004020202020204" pitchFamily="34" charset="0"/>
                        </a:rPr>
                        <a:t>17</a:t>
                      </a:r>
                    </a:p>
                  </a:txBody>
                  <a:tcPr marL="8822" marR="8822" marT="88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1000" b="1" i="0" u="none" strike="noStrike">
                          <a:solidFill>
                            <a:srgbClr val="000000"/>
                          </a:solidFill>
                          <a:effectLst/>
                          <a:latin typeface="Aptos Narrow" panose="020B0004020202020204" pitchFamily="34" charset="0"/>
                        </a:rPr>
                        <a:t>18</a:t>
                      </a:r>
                    </a:p>
                  </a:txBody>
                  <a:tcPr marL="8822" marR="8822" marT="88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1000" b="1" i="0" u="none" strike="noStrike">
                          <a:solidFill>
                            <a:srgbClr val="000000"/>
                          </a:solidFill>
                          <a:effectLst/>
                          <a:latin typeface="Aptos Narrow" panose="020B0004020202020204" pitchFamily="34" charset="0"/>
                        </a:rPr>
                        <a:t>19</a:t>
                      </a:r>
                    </a:p>
                  </a:txBody>
                  <a:tcPr marL="8822" marR="8822" marT="8822"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1000" b="1" i="0" u="none" strike="noStrike">
                          <a:solidFill>
                            <a:srgbClr val="000000"/>
                          </a:solidFill>
                          <a:effectLst/>
                          <a:latin typeface="Aptos Narrow" panose="020B0004020202020204" pitchFamily="34" charset="0"/>
                        </a:rPr>
                        <a:t>20</a:t>
                      </a:r>
                    </a:p>
                  </a:txBody>
                  <a:tcPr marL="8822" marR="8822" marT="882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1000" b="1" i="0" u="none" strike="noStrike">
                          <a:solidFill>
                            <a:srgbClr val="000000"/>
                          </a:solidFill>
                          <a:effectLst/>
                          <a:latin typeface="Aptos Narrow" panose="020B0004020202020204" pitchFamily="34" charset="0"/>
                        </a:rPr>
                        <a:t>21</a:t>
                      </a:r>
                    </a:p>
                  </a:txBody>
                  <a:tcPr marL="8822" marR="8822" marT="8822"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49EDD"/>
                    </a:solidFill>
                  </a:tcPr>
                </a:tc>
                <a:tc>
                  <a:txBody>
                    <a:bodyPr/>
                    <a:lstStyle/>
                    <a:p>
                      <a:pPr algn="r" fontAlgn="b"/>
                      <a:r>
                        <a:rPr lang="nb-NO" sz="1000" b="1" i="0" u="none" strike="noStrike">
                          <a:solidFill>
                            <a:srgbClr val="000000"/>
                          </a:solidFill>
                          <a:effectLst/>
                          <a:latin typeface="Aptos Narrow" panose="020B0004020202020204" pitchFamily="34" charset="0"/>
                        </a:rPr>
                        <a:t>22</a:t>
                      </a:r>
                    </a:p>
                  </a:txBody>
                  <a:tcPr marL="8822" marR="8822" marT="8822"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49EDD"/>
                    </a:solidFill>
                  </a:tcPr>
                </a:tc>
                <a:extLst>
                  <a:ext uri="{0D108BD9-81ED-4DB2-BD59-A6C34878D82A}">
                    <a16:rowId xmlns:a16="http://schemas.microsoft.com/office/drawing/2014/main" val="2245206610"/>
                  </a:ext>
                </a:extLst>
              </a:tr>
              <a:tr h="370516">
                <a:tc>
                  <a:txBody>
                    <a:bodyPr/>
                    <a:lstStyle/>
                    <a:p>
                      <a:pPr algn="l" fontAlgn="ctr"/>
                      <a:r>
                        <a:rPr lang="nb-NO" sz="1000" b="0" i="0" u="none" strike="noStrike">
                          <a:solidFill>
                            <a:srgbClr val="000000"/>
                          </a:solidFill>
                          <a:effectLst/>
                          <a:latin typeface="Aptos Narrow" panose="020B0004020202020204" pitchFamily="34" charset="0"/>
                        </a:rPr>
                        <a:t> </a:t>
                      </a:r>
                    </a:p>
                  </a:txBody>
                  <a:tcPr marL="8822" marR="8822" marT="88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95959"/>
                    </a:solidFill>
                  </a:tcPr>
                </a:tc>
                <a:tc gridSpan="2">
                  <a:txBody>
                    <a:bodyPr/>
                    <a:lstStyle/>
                    <a:p>
                      <a:pPr algn="ctr" fontAlgn="ctr"/>
                      <a:r>
                        <a:rPr lang="nb-NO" sz="1200" b="1" i="0" u="none" strike="noStrike">
                          <a:solidFill>
                            <a:srgbClr val="000000"/>
                          </a:solidFill>
                          <a:effectLst/>
                          <a:latin typeface="Aptos Narrow" panose="020B0004020202020204" pitchFamily="34" charset="0"/>
                        </a:rPr>
                        <a:t>Planlegging</a:t>
                      </a:r>
                    </a:p>
                  </a:txBody>
                  <a:tcPr marL="8822" marR="8822" marT="88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C9EC"/>
                    </a:solidFill>
                  </a:tcPr>
                </a:tc>
                <a:tc hMerge="1">
                  <a:txBody>
                    <a:bodyPr/>
                    <a:lstStyle/>
                    <a:p>
                      <a:endParaRPr lang="nb-NO"/>
                    </a:p>
                  </a:txBody>
                  <a:tcPr/>
                </a:tc>
                <a:tc gridSpan="4">
                  <a:txBody>
                    <a:bodyPr/>
                    <a:lstStyle/>
                    <a:p>
                      <a:pPr algn="ctr" fontAlgn="ctr"/>
                      <a:r>
                        <a:rPr lang="nb-NO" sz="1200" b="1" i="0" u="none" strike="noStrike">
                          <a:solidFill>
                            <a:srgbClr val="000000"/>
                          </a:solidFill>
                          <a:effectLst/>
                          <a:latin typeface="Aptos Narrow" panose="020B0004020202020204" pitchFamily="34" charset="0"/>
                        </a:rPr>
                        <a:t>Analyse</a:t>
                      </a:r>
                    </a:p>
                  </a:txBody>
                  <a:tcPr marL="8822" marR="8822" marT="88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C6AB"/>
                    </a:solidFill>
                  </a:tcPr>
                </a:tc>
                <a:tc hMerge="1">
                  <a:txBody>
                    <a:bodyPr/>
                    <a:lstStyle/>
                    <a:p>
                      <a:endParaRPr lang="nb-NO"/>
                    </a:p>
                  </a:txBody>
                  <a:tcPr/>
                </a:tc>
                <a:tc hMerge="1">
                  <a:txBody>
                    <a:bodyPr/>
                    <a:lstStyle/>
                    <a:p>
                      <a:endParaRPr lang="nb-NO"/>
                    </a:p>
                  </a:txBody>
                  <a:tcPr/>
                </a:tc>
                <a:tc hMerge="1">
                  <a:txBody>
                    <a:bodyPr/>
                    <a:lstStyle/>
                    <a:p>
                      <a:endParaRPr lang="nb-NO"/>
                    </a:p>
                  </a:txBody>
                  <a:tcPr/>
                </a:tc>
                <a:tc gridSpan="5">
                  <a:txBody>
                    <a:bodyPr/>
                    <a:lstStyle/>
                    <a:p>
                      <a:pPr algn="ctr" fontAlgn="ctr"/>
                      <a:r>
                        <a:rPr lang="nb-NO" sz="1200" b="1" i="0" u="none" strike="noStrike">
                          <a:solidFill>
                            <a:srgbClr val="000000"/>
                          </a:solidFill>
                          <a:effectLst/>
                          <a:latin typeface="Aptos Narrow" panose="020B0004020202020204" pitchFamily="34" charset="0"/>
                        </a:rPr>
                        <a:t>Design</a:t>
                      </a:r>
                    </a:p>
                  </a:txBody>
                  <a:tcPr marL="8822" marR="8822" marT="88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C9EC"/>
                    </a:solidFill>
                  </a:tcPr>
                </a:tc>
                <a:tc hMerge="1">
                  <a:txBody>
                    <a:bodyPr/>
                    <a:lstStyle/>
                    <a:p>
                      <a:endParaRPr lang="nb-NO"/>
                    </a:p>
                  </a:txBody>
                  <a:tcPr/>
                </a:tc>
                <a:tc hMerge="1">
                  <a:txBody>
                    <a:bodyPr/>
                    <a:lstStyle/>
                    <a:p>
                      <a:endParaRPr lang="nb-NO"/>
                    </a:p>
                  </a:txBody>
                  <a:tcPr/>
                </a:tc>
                <a:tc hMerge="1">
                  <a:txBody>
                    <a:bodyPr/>
                    <a:lstStyle/>
                    <a:p>
                      <a:endParaRPr lang="nb-NO"/>
                    </a:p>
                  </a:txBody>
                  <a:tcPr/>
                </a:tc>
                <a:tc hMerge="1">
                  <a:txBody>
                    <a:bodyPr/>
                    <a:lstStyle/>
                    <a:p>
                      <a:endParaRPr lang="nb-NO"/>
                    </a:p>
                  </a:txBody>
                  <a:tcPr/>
                </a:tc>
                <a:tc gridSpan="4">
                  <a:txBody>
                    <a:bodyPr/>
                    <a:lstStyle/>
                    <a:p>
                      <a:pPr algn="ctr" fontAlgn="ctr"/>
                      <a:r>
                        <a:rPr lang="nb-NO" sz="1200" b="1" i="0" u="none" strike="noStrike">
                          <a:solidFill>
                            <a:srgbClr val="000000"/>
                          </a:solidFill>
                          <a:effectLst/>
                          <a:latin typeface="Aptos Narrow" panose="020B0004020202020204" pitchFamily="34" charset="0"/>
                        </a:rPr>
                        <a:t>Implementering</a:t>
                      </a:r>
                    </a:p>
                  </a:txBody>
                  <a:tcPr marL="8822" marR="8822" marT="88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C6AB"/>
                    </a:solidFill>
                  </a:tcPr>
                </a:tc>
                <a:tc hMerge="1">
                  <a:txBody>
                    <a:bodyPr/>
                    <a:lstStyle/>
                    <a:p>
                      <a:endParaRPr lang="nb-NO"/>
                    </a:p>
                  </a:txBody>
                  <a:tcPr/>
                </a:tc>
                <a:tc hMerge="1">
                  <a:txBody>
                    <a:bodyPr/>
                    <a:lstStyle/>
                    <a:p>
                      <a:endParaRPr lang="nb-NO"/>
                    </a:p>
                  </a:txBody>
                  <a:tcPr/>
                </a:tc>
                <a:tc hMerge="1">
                  <a:txBody>
                    <a:bodyPr/>
                    <a:lstStyle/>
                    <a:p>
                      <a:endParaRPr lang="nb-NO"/>
                    </a:p>
                  </a:txBody>
                  <a:tcPr/>
                </a:tc>
                <a:tc gridSpan="3">
                  <a:txBody>
                    <a:bodyPr/>
                    <a:lstStyle/>
                    <a:p>
                      <a:pPr algn="ctr" fontAlgn="ctr"/>
                      <a:r>
                        <a:rPr lang="nb-NO" sz="1200" b="1" i="0" u="none" strike="noStrike">
                          <a:solidFill>
                            <a:srgbClr val="000000"/>
                          </a:solidFill>
                          <a:effectLst/>
                          <a:latin typeface="Aptos Narrow" panose="020B0004020202020204" pitchFamily="34" charset="0"/>
                        </a:rPr>
                        <a:t>Reserve/slingring</a:t>
                      </a:r>
                    </a:p>
                  </a:txBody>
                  <a:tcPr marL="8822" marR="8822" marT="88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CEEF"/>
                    </a:solidFill>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926820874"/>
                  </a:ext>
                </a:extLst>
              </a:tr>
              <a:tr h="185258">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465151267"/>
                  </a:ext>
                </a:extLst>
              </a:tr>
              <a:tr h="211723">
                <a:tc gridSpan="2">
                  <a:txBody>
                    <a:bodyPr/>
                    <a:lstStyle/>
                    <a:p>
                      <a:pPr algn="ctr" fontAlgn="b"/>
                      <a:r>
                        <a:rPr lang="nb-NO" sz="1200" b="1" i="0" u="none" strike="noStrike">
                          <a:solidFill>
                            <a:srgbClr val="FFFFFF"/>
                          </a:solidFill>
                          <a:effectLst/>
                          <a:latin typeface="Aptos Narrow" panose="020B0004020202020204" pitchFamily="34" charset="0"/>
                        </a:rPr>
                        <a:t>Presentasjoner</a:t>
                      </a:r>
                    </a:p>
                  </a:txBody>
                  <a:tcPr marL="8822" marR="8822" marT="882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hMerge="1">
                  <a:txBody>
                    <a:bodyPr/>
                    <a:lstStyle/>
                    <a:p>
                      <a:endParaRPr lang="nb-NO"/>
                    </a:p>
                  </a:txBody>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69469817"/>
                  </a:ext>
                </a:extLst>
              </a:tr>
              <a:tr h="185258">
                <a:tc>
                  <a:txBody>
                    <a:bodyPr/>
                    <a:lstStyle/>
                    <a:p>
                      <a:pPr algn="ctr" fontAlgn="b"/>
                      <a:r>
                        <a:rPr lang="nb-NO" sz="1000" b="1" i="0" u="none" strike="noStrike">
                          <a:solidFill>
                            <a:srgbClr val="FFFFFF"/>
                          </a:solidFill>
                          <a:effectLst/>
                          <a:latin typeface="Aptos Narrow" panose="020B0004020202020204" pitchFamily="34" charset="0"/>
                        </a:rPr>
                        <a:t>UKE ---&gt;</a:t>
                      </a:r>
                    </a:p>
                  </a:txBody>
                  <a:tcPr marL="8822" marR="8822" marT="882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47474"/>
                    </a:solidFill>
                  </a:tcPr>
                </a:tc>
                <a:tc>
                  <a:txBody>
                    <a:bodyPr/>
                    <a:lstStyle/>
                    <a:p>
                      <a:pPr algn="r" fontAlgn="b"/>
                      <a:r>
                        <a:rPr lang="nb-NO" sz="1000" b="1" i="0" u="none" strike="noStrike">
                          <a:solidFill>
                            <a:srgbClr val="000000"/>
                          </a:solidFill>
                          <a:effectLst/>
                          <a:latin typeface="Aptos Narrow" panose="020B0004020202020204" pitchFamily="34" charset="0"/>
                        </a:rPr>
                        <a:t>5</a:t>
                      </a:r>
                    </a:p>
                  </a:txBody>
                  <a:tcPr marL="8822" marR="8822" marT="8822"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1000" b="1" i="0" u="none" strike="noStrike">
                          <a:solidFill>
                            <a:srgbClr val="000000"/>
                          </a:solidFill>
                          <a:effectLst/>
                          <a:latin typeface="Aptos Narrow" panose="020B0004020202020204" pitchFamily="34" charset="0"/>
                        </a:rPr>
                        <a:t>6</a:t>
                      </a:r>
                    </a:p>
                  </a:txBody>
                  <a:tcPr marL="8822" marR="8822" marT="8822"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1000" b="1" i="0" u="none" strike="noStrike">
                          <a:solidFill>
                            <a:srgbClr val="000000"/>
                          </a:solidFill>
                          <a:effectLst/>
                          <a:latin typeface="Aptos Narrow" panose="020B0004020202020204" pitchFamily="34" charset="0"/>
                        </a:rPr>
                        <a:t>7</a:t>
                      </a:r>
                    </a:p>
                  </a:txBody>
                  <a:tcPr marL="8822" marR="8822" marT="8822"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1000" b="1" i="0" u="none" strike="noStrike">
                          <a:solidFill>
                            <a:srgbClr val="000000"/>
                          </a:solidFill>
                          <a:effectLst/>
                          <a:latin typeface="Aptos Narrow" panose="020B0004020202020204" pitchFamily="34" charset="0"/>
                        </a:rPr>
                        <a:t>8</a:t>
                      </a:r>
                    </a:p>
                  </a:txBody>
                  <a:tcPr marL="8822" marR="8822" marT="88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1000" b="1" i="0" u="none" strike="noStrike">
                          <a:solidFill>
                            <a:srgbClr val="000000"/>
                          </a:solidFill>
                          <a:effectLst/>
                          <a:latin typeface="Aptos Narrow" panose="020B0004020202020204" pitchFamily="34" charset="0"/>
                        </a:rPr>
                        <a:t>9</a:t>
                      </a:r>
                    </a:p>
                  </a:txBody>
                  <a:tcPr marL="8822" marR="8822" marT="88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1000" b="1" i="0" u="none" strike="noStrike">
                          <a:solidFill>
                            <a:srgbClr val="000000"/>
                          </a:solidFill>
                          <a:effectLst/>
                          <a:latin typeface="Aptos Narrow" panose="020B0004020202020204" pitchFamily="34" charset="0"/>
                        </a:rPr>
                        <a:t>10</a:t>
                      </a:r>
                    </a:p>
                  </a:txBody>
                  <a:tcPr marL="8822" marR="8822" marT="8822"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1000" b="1" i="0" u="none" strike="noStrike">
                          <a:solidFill>
                            <a:srgbClr val="000000"/>
                          </a:solidFill>
                          <a:effectLst/>
                          <a:latin typeface="Aptos Narrow" panose="020B0004020202020204" pitchFamily="34" charset="0"/>
                        </a:rPr>
                        <a:t>11</a:t>
                      </a:r>
                    </a:p>
                  </a:txBody>
                  <a:tcPr marL="8822" marR="8822" marT="8822"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1000" b="1" i="0" u="none" strike="noStrike">
                          <a:solidFill>
                            <a:srgbClr val="000000"/>
                          </a:solidFill>
                          <a:effectLst/>
                          <a:latin typeface="Aptos Narrow" panose="020B0004020202020204" pitchFamily="34" charset="0"/>
                        </a:rPr>
                        <a:t>12</a:t>
                      </a:r>
                    </a:p>
                  </a:txBody>
                  <a:tcPr marL="8822" marR="8822" marT="88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1000" b="1" i="0" u="none" strike="noStrike">
                          <a:solidFill>
                            <a:srgbClr val="000000"/>
                          </a:solidFill>
                          <a:effectLst/>
                          <a:latin typeface="Aptos Narrow" panose="020B0004020202020204" pitchFamily="34" charset="0"/>
                        </a:rPr>
                        <a:t>13</a:t>
                      </a:r>
                    </a:p>
                  </a:txBody>
                  <a:tcPr marL="8822" marR="8822" marT="88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1000" b="1" i="0" u="none" strike="noStrike">
                          <a:solidFill>
                            <a:srgbClr val="000000"/>
                          </a:solidFill>
                          <a:effectLst/>
                          <a:latin typeface="Aptos Narrow" panose="020B0004020202020204" pitchFamily="34" charset="0"/>
                        </a:rPr>
                        <a:t>14</a:t>
                      </a:r>
                    </a:p>
                  </a:txBody>
                  <a:tcPr marL="8822" marR="8822" marT="88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1000" b="1" i="0" u="none" strike="noStrike">
                          <a:solidFill>
                            <a:srgbClr val="000000"/>
                          </a:solidFill>
                          <a:effectLst/>
                          <a:latin typeface="Aptos Narrow" panose="020B0004020202020204" pitchFamily="34" charset="0"/>
                        </a:rPr>
                        <a:t>15</a:t>
                      </a:r>
                    </a:p>
                  </a:txBody>
                  <a:tcPr marL="8822" marR="8822" marT="8822"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1000" b="1" i="0" u="none" strike="noStrike">
                          <a:solidFill>
                            <a:srgbClr val="000000"/>
                          </a:solidFill>
                          <a:effectLst/>
                          <a:latin typeface="Aptos Narrow" panose="020B0004020202020204" pitchFamily="34" charset="0"/>
                        </a:rPr>
                        <a:t>16</a:t>
                      </a:r>
                    </a:p>
                  </a:txBody>
                  <a:tcPr marL="8822" marR="8822" marT="8822"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1000" b="1" i="0" u="none" strike="noStrike">
                          <a:solidFill>
                            <a:srgbClr val="000000"/>
                          </a:solidFill>
                          <a:effectLst/>
                          <a:latin typeface="Aptos Narrow" panose="020B0004020202020204" pitchFamily="34" charset="0"/>
                        </a:rPr>
                        <a:t>17</a:t>
                      </a:r>
                    </a:p>
                  </a:txBody>
                  <a:tcPr marL="8822" marR="8822" marT="88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1000" b="1" i="0" u="none" strike="noStrike">
                          <a:solidFill>
                            <a:srgbClr val="000000"/>
                          </a:solidFill>
                          <a:effectLst/>
                          <a:latin typeface="Aptos Narrow" panose="020B0004020202020204" pitchFamily="34" charset="0"/>
                        </a:rPr>
                        <a:t>18</a:t>
                      </a:r>
                    </a:p>
                  </a:txBody>
                  <a:tcPr marL="8822" marR="8822" marT="88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1000" b="1" i="0" u="none" strike="noStrike">
                          <a:solidFill>
                            <a:srgbClr val="000000"/>
                          </a:solidFill>
                          <a:effectLst/>
                          <a:latin typeface="Aptos Narrow" panose="020B0004020202020204" pitchFamily="34" charset="0"/>
                        </a:rPr>
                        <a:t>19</a:t>
                      </a:r>
                    </a:p>
                  </a:txBody>
                  <a:tcPr marL="8822" marR="8822" marT="8822"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1000" b="1" i="0" u="none" strike="noStrike">
                          <a:solidFill>
                            <a:srgbClr val="000000"/>
                          </a:solidFill>
                          <a:effectLst/>
                          <a:latin typeface="Aptos Narrow" panose="020B0004020202020204" pitchFamily="34" charset="0"/>
                        </a:rPr>
                        <a:t>20</a:t>
                      </a:r>
                    </a:p>
                  </a:txBody>
                  <a:tcPr marL="8822" marR="8822" marT="882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1000" b="1" i="0" u="none" strike="noStrike">
                          <a:solidFill>
                            <a:srgbClr val="000000"/>
                          </a:solidFill>
                          <a:effectLst/>
                          <a:latin typeface="Aptos Narrow" panose="020B0004020202020204" pitchFamily="34" charset="0"/>
                        </a:rPr>
                        <a:t>21</a:t>
                      </a:r>
                    </a:p>
                  </a:txBody>
                  <a:tcPr marL="8822" marR="8822" marT="8822"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49EDD"/>
                    </a:solidFill>
                  </a:tcPr>
                </a:tc>
                <a:tc>
                  <a:txBody>
                    <a:bodyPr/>
                    <a:lstStyle/>
                    <a:p>
                      <a:pPr algn="r" fontAlgn="b"/>
                      <a:r>
                        <a:rPr lang="nb-NO" sz="1000" b="1" i="0" u="none" strike="noStrike">
                          <a:solidFill>
                            <a:srgbClr val="000000"/>
                          </a:solidFill>
                          <a:effectLst/>
                          <a:latin typeface="Aptos Narrow" panose="020B0004020202020204" pitchFamily="34" charset="0"/>
                        </a:rPr>
                        <a:t>22</a:t>
                      </a:r>
                    </a:p>
                  </a:txBody>
                  <a:tcPr marL="8822" marR="8822" marT="8822"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49EDD"/>
                    </a:solidFill>
                  </a:tcPr>
                </a:tc>
                <a:extLst>
                  <a:ext uri="{0D108BD9-81ED-4DB2-BD59-A6C34878D82A}">
                    <a16:rowId xmlns:a16="http://schemas.microsoft.com/office/drawing/2014/main" val="2197264840"/>
                  </a:ext>
                </a:extLst>
              </a:tr>
              <a:tr h="943933">
                <a:tc>
                  <a:txBody>
                    <a:bodyPr/>
                    <a:lstStyle/>
                    <a:p>
                      <a:pPr algn="l" fontAlgn="b"/>
                      <a:r>
                        <a:rPr lang="nb-NO" sz="1000" b="0" i="0" u="none" strike="noStrike">
                          <a:solidFill>
                            <a:srgbClr val="000000"/>
                          </a:solidFill>
                          <a:effectLst/>
                          <a:latin typeface="Aptos Narrow" panose="020B0004020202020204" pitchFamily="34" charset="0"/>
                        </a:rPr>
                        <a:t> </a:t>
                      </a:r>
                    </a:p>
                  </a:txBody>
                  <a:tcPr marL="8822" marR="8822" marT="882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95959"/>
                    </a:solidFill>
                  </a:tcPr>
                </a:tc>
                <a:tc gridSpan="2">
                  <a:txBody>
                    <a:bodyPr/>
                    <a:lstStyle/>
                    <a:p>
                      <a:pPr algn="l" fontAlgn="t"/>
                      <a:r>
                        <a:rPr lang="nb-NO" sz="1000" b="1" i="0" u="none" strike="noStrike">
                          <a:solidFill>
                            <a:srgbClr val="000000"/>
                          </a:solidFill>
                          <a:effectLst/>
                          <a:latin typeface="Aptos Narrow" panose="020B0004020202020204" pitchFamily="34" charset="0"/>
                        </a:rPr>
                        <a:t>6. Februar:</a:t>
                      </a:r>
                      <a:r>
                        <a:rPr lang="nb-NO" sz="1000" b="0" i="0" u="none" strike="noStrike">
                          <a:solidFill>
                            <a:srgbClr val="000000"/>
                          </a:solidFill>
                          <a:effectLst/>
                          <a:latin typeface="Aptos Narrow" panose="020B0004020202020204" pitchFamily="34" charset="0"/>
                        </a:rPr>
                        <a:t> Milepæl 1        </a:t>
                      </a:r>
                      <a:br>
                        <a:rPr lang="nb-NO" sz="1000" b="0" i="0" u="none" strike="noStrike">
                          <a:solidFill>
                            <a:srgbClr val="000000"/>
                          </a:solidFill>
                          <a:effectLst/>
                          <a:latin typeface="Aptos Narrow" panose="020B0004020202020204" pitchFamily="34" charset="0"/>
                        </a:rPr>
                      </a:br>
                      <a:r>
                        <a:rPr lang="nb-NO" sz="1000" b="0" i="0" u="none" strike="noStrike">
                          <a:solidFill>
                            <a:srgbClr val="000000"/>
                          </a:solidFill>
                          <a:effectLst/>
                          <a:latin typeface="Aptos Narrow" panose="020B0004020202020204" pitchFamily="34" charset="0"/>
                        </a:rPr>
                        <a:t>            </a:t>
                      </a:r>
                    </a:p>
                  </a:txBody>
                  <a:tcPr marL="8822" marR="8822" marT="882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tc hMerge="1">
                  <a:txBody>
                    <a:bodyPr/>
                    <a:lstStyle/>
                    <a:p>
                      <a:endParaRPr lang="nb-NO"/>
                    </a:p>
                  </a:txBody>
                  <a:tcPr/>
                </a:tc>
                <a:tc gridSpan="4">
                  <a:txBody>
                    <a:bodyPr/>
                    <a:lstStyle/>
                    <a:p>
                      <a:pPr algn="l" fontAlgn="t"/>
                      <a:r>
                        <a:rPr lang="nb-NO" sz="1000" b="1" i="0" u="none" strike="noStrike">
                          <a:solidFill>
                            <a:srgbClr val="000000"/>
                          </a:solidFill>
                          <a:effectLst/>
                          <a:latin typeface="Aptos Narrow" panose="020B0004020202020204" pitchFamily="34" charset="0"/>
                        </a:rPr>
                        <a:t>13. Februar:</a:t>
                      </a:r>
                      <a:r>
                        <a:rPr lang="nb-NO" sz="1000" b="0" i="0" u="none" strike="noStrike">
                          <a:solidFill>
                            <a:srgbClr val="000000"/>
                          </a:solidFill>
                          <a:effectLst/>
                          <a:latin typeface="Aptos Narrow" panose="020B0004020202020204" pitchFamily="34" charset="0"/>
                        </a:rPr>
                        <a:t> Milepæl 2       </a:t>
                      </a:r>
                      <a:br>
                        <a:rPr lang="nb-NO" sz="1000" b="0" i="0" u="none" strike="noStrike">
                          <a:solidFill>
                            <a:srgbClr val="000000"/>
                          </a:solidFill>
                          <a:effectLst/>
                          <a:latin typeface="Aptos Narrow" panose="020B0004020202020204" pitchFamily="34" charset="0"/>
                        </a:rPr>
                      </a:br>
                      <a:r>
                        <a:rPr lang="nb-NO" sz="1000" b="1" i="0" u="none" strike="noStrike">
                          <a:solidFill>
                            <a:srgbClr val="000000"/>
                          </a:solidFill>
                          <a:effectLst/>
                          <a:latin typeface="Aptos Narrow" panose="020B0004020202020204" pitchFamily="34" charset="0"/>
                        </a:rPr>
                        <a:t>20. Februar: </a:t>
                      </a:r>
                      <a:r>
                        <a:rPr lang="nb-NO" sz="1000" b="0" i="0" u="none" strike="noStrike">
                          <a:solidFill>
                            <a:srgbClr val="000000"/>
                          </a:solidFill>
                          <a:effectLst/>
                          <a:latin typeface="Aptos Narrow" panose="020B0004020202020204" pitchFamily="34" charset="0"/>
                        </a:rPr>
                        <a:t>Milepæl 3</a:t>
                      </a:r>
                    </a:p>
                  </a:txBody>
                  <a:tcPr marL="8822" marR="8822" marT="882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hMerge="1">
                  <a:txBody>
                    <a:bodyPr/>
                    <a:lstStyle/>
                    <a:p>
                      <a:endParaRPr lang="nb-NO"/>
                    </a:p>
                  </a:txBody>
                  <a:tcPr/>
                </a:tc>
                <a:tc hMerge="1">
                  <a:txBody>
                    <a:bodyPr/>
                    <a:lstStyle/>
                    <a:p>
                      <a:endParaRPr lang="nb-NO"/>
                    </a:p>
                  </a:txBody>
                  <a:tcPr/>
                </a:tc>
                <a:tc hMerge="1">
                  <a:txBody>
                    <a:bodyPr/>
                    <a:lstStyle/>
                    <a:p>
                      <a:endParaRPr lang="nb-NO"/>
                    </a:p>
                  </a:txBody>
                  <a:tcPr/>
                </a:tc>
                <a:tc gridSpan="5">
                  <a:txBody>
                    <a:bodyPr/>
                    <a:lstStyle/>
                    <a:p>
                      <a:pPr algn="l" fontAlgn="t"/>
                      <a:r>
                        <a:rPr lang="nb-NO" sz="1000" b="0" i="0" u="none" strike="noStrike">
                          <a:solidFill>
                            <a:srgbClr val="000000"/>
                          </a:solidFill>
                          <a:effectLst/>
                          <a:latin typeface="Aptos Narrow" panose="020B0004020202020204" pitchFamily="34" charset="0"/>
                        </a:rPr>
                        <a:t>?? Milepæl 4</a:t>
                      </a:r>
                    </a:p>
                  </a:txBody>
                  <a:tcPr marL="8822" marR="8822" marT="882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tc hMerge="1">
                  <a:txBody>
                    <a:bodyPr/>
                    <a:lstStyle/>
                    <a:p>
                      <a:endParaRPr lang="nb-NO"/>
                    </a:p>
                  </a:txBody>
                  <a:tcPr/>
                </a:tc>
                <a:tc hMerge="1">
                  <a:txBody>
                    <a:bodyPr/>
                    <a:lstStyle/>
                    <a:p>
                      <a:endParaRPr lang="nb-NO"/>
                    </a:p>
                  </a:txBody>
                  <a:tcPr/>
                </a:tc>
                <a:tc hMerge="1">
                  <a:txBody>
                    <a:bodyPr/>
                    <a:lstStyle/>
                    <a:p>
                      <a:endParaRPr lang="nb-NO"/>
                    </a:p>
                  </a:txBody>
                  <a:tcPr/>
                </a:tc>
                <a:tc hMerge="1">
                  <a:txBody>
                    <a:bodyPr/>
                    <a:lstStyle/>
                    <a:p>
                      <a:endParaRPr lang="nb-NO"/>
                    </a:p>
                  </a:txBody>
                  <a:tcPr/>
                </a:tc>
                <a:tc gridSpan="4">
                  <a:txBody>
                    <a:bodyPr/>
                    <a:lstStyle/>
                    <a:p>
                      <a:pPr algn="l" fontAlgn="b"/>
                      <a:r>
                        <a:rPr lang="nb-NO" sz="1000" b="0" i="0" u="none" strike="noStrike">
                          <a:solidFill>
                            <a:srgbClr val="000000"/>
                          </a:solidFill>
                          <a:effectLst/>
                          <a:latin typeface="Aptos Narrow" panose="020B0004020202020204" pitchFamily="34" charset="0"/>
                        </a:rPr>
                        <a:t> </a:t>
                      </a:r>
                    </a:p>
                  </a:txBody>
                  <a:tcPr marL="8822" marR="8822" marT="882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hMerge="1">
                  <a:txBody>
                    <a:bodyPr/>
                    <a:lstStyle/>
                    <a:p>
                      <a:endParaRPr lang="nb-NO"/>
                    </a:p>
                  </a:txBody>
                  <a:tcPr/>
                </a:tc>
                <a:tc hMerge="1">
                  <a:txBody>
                    <a:bodyPr/>
                    <a:lstStyle/>
                    <a:p>
                      <a:endParaRPr lang="nb-NO"/>
                    </a:p>
                  </a:txBody>
                  <a:tcPr/>
                </a:tc>
                <a:tc hMerge="1">
                  <a:txBody>
                    <a:bodyPr/>
                    <a:lstStyle/>
                    <a:p>
                      <a:endParaRPr lang="nb-NO"/>
                    </a:p>
                  </a:txBody>
                  <a:tcPr/>
                </a:tc>
                <a:tc gridSpan="3">
                  <a:txBody>
                    <a:bodyPr/>
                    <a:lstStyle/>
                    <a:p>
                      <a:pPr algn="l" fontAlgn="t"/>
                      <a:r>
                        <a:rPr lang="nb-NO" sz="1000" b="0" i="0" u="none" strike="noStrike">
                          <a:solidFill>
                            <a:srgbClr val="000000"/>
                          </a:solidFill>
                          <a:effectLst/>
                          <a:latin typeface="Aptos Narrow" panose="020B0004020202020204" pitchFamily="34" charset="0"/>
                        </a:rPr>
                        <a:t>Presentasjon studentarbeid</a:t>
                      </a:r>
                      <a:br>
                        <a:rPr lang="nb-NO" sz="1000" b="0" i="0" u="none" strike="noStrike">
                          <a:solidFill>
                            <a:srgbClr val="000000"/>
                          </a:solidFill>
                          <a:effectLst/>
                          <a:latin typeface="Aptos Narrow" panose="020B0004020202020204" pitchFamily="34" charset="0"/>
                        </a:rPr>
                      </a:br>
                      <a:r>
                        <a:rPr lang="nb-NO" sz="1000" b="0" i="0" u="none" strike="noStrike">
                          <a:solidFill>
                            <a:srgbClr val="000000"/>
                          </a:solidFill>
                          <a:effectLst/>
                          <a:latin typeface="Aptos Narrow" panose="020B0004020202020204" pitchFamily="34" charset="0"/>
                        </a:rPr>
                        <a:t>Innlevering rapporter</a:t>
                      </a:r>
                    </a:p>
                  </a:txBody>
                  <a:tcPr marL="8822" marR="8822" marT="882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CEEF"/>
                    </a:solidFill>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981856329"/>
                  </a:ext>
                </a:extLst>
              </a:tr>
              <a:tr h="185258">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732383571"/>
                  </a:ext>
                </a:extLst>
              </a:tr>
              <a:tr h="211723">
                <a:tc gridSpan="2">
                  <a:txBody>
                    <a:bodyPr/>
                    <a:lstStyle/>
                    <a:p>
                      <a:pPr algn="ctr" fontAlgn="b"/>
                      <a:r>
                        <a:rPr lang="nb-NO" sz="1200" b="1" i="0" u="none" strike="noStrike">
                          <a:solidFill>
                            <a:srgbClr val="FFFFFF"/>
                          </a:solidFill>
                          <a:effectLst/>
                          <a:latin typeface="Aptos Narrow" panose="020B0004020202020204" pitchFamily="34" charset="0"/>
                        </a:rPr>
                        <a:t>Eksterne faktorer</a:t>
                      </a:r>
                    </a:p>
                  </a:txBody>
                  <a:tcPr marL="8822" marR="8822" marT="882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hMerge="1">
                  <a:txBody>
                    <a:bodyPr/>
                    <a:lstStyle/>
                    <a:p>
                      <a:endParaRPr lang="nb-NO"/>
                    </a:p>
                  </a:txBody>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nb-NO" sz="1000" b="0" i="0" u="none" strike="noStrike">
                        <a:solidFill>
                          <a:srgbClr val="000000"/>
                        </a:solidFill>
                        <a:effectLst/>
                        <a:latin typeface="Aptos Narrow" panose="020B0004020202020204" pitchFamily="34" charset="0"/>
                      </a:endParaRPr>
                    </a:p>
                  </a:txBody>
                  <a:tcPr marL="8822" marR="8822" marT="8822" marB="0" anchor="b">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95550240"/>
                  </a:ext>
                </a:extLst>
              </a:tr>
              <a:tr h="185258">
                <a:tc>
                  <a:txBody>
                    <a:bodyPr/>
                    <a:lstStyle/>
                    <a:p>
                      <a:pPr algn="ctr" fontAlgn="b"/>
                      <a:r>
                        <a:rPr lang="nb-NO" sz="1000" b="1" i="0" u="none" strike="noStrike">
                          <a:solidFill>
                            <a:srgbClr val="FFFFFF"/>
                          </a:solidFill>
                          <a:effectLst/>
                          <a:latin typeface="Aptos Narrow" panose="020B0004020202020204" pitchFamily="34" charset="0"/>
                        </a:rPr>
                        <a:t>UKE ---&gt;</a:t>
                      </a:r>
                    </a:p>
                  </a:txBody>
                  <a:tcPr marL="8822" marR="8822" marT="882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47474"/>
                    </a:solidFill>
                  </a:tcPr>
                </a:tc>
                <a:tc>
                  <a:txBody>
                    <a:bodyPr/>
                    <a:lstStyle/>
                    <a:p>
                      <a:pPr algn="r" fontAlgn="b"/>
                      <a:r>
                        <a:rPr lang="nb-NO" sz="1000" b="1" i="0" u="none" strike="noStrike">
                          <a:solidFill>
                            <a:srgbClr val="000000"/>
                          </a:solidFill>
                          <a:effectLst/>
                          <a:latin typeface="Aptos Narrow" panose="020B0004020202020204" pitchFamily="34" charset="0"/>
                        </a:rPr>
                        <a:t>5</a:t>
                      </a:r>
                    </a:p>
                  </a:txBody>
                  <a:tcPr marL="8822" marR="8822" marT="8822"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1000" b="1" i="0" u="none" strike="noStrike">
                          <a:solidFill>
                            <a:srgbClr val="000000"/>
                          </a:solidFill>
                          <a:effectLst/>
                          <a:latin typeface="Aptos Narrow" panose="020B0004020202020204" pitchFamily="34" charset="0"/>
                        </a:rPr>
                        <a:t>6</a:t>
                      </a:r>
                    </a:p>
                  </a:txBody>
                  <a:tcPr marL="8822" marR="8822" marT="8822"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1000" b="1" i="0" u="none" strike="noStrike">
                          <a:solidFill>
                            <a:srgbClr val="000000"/>
                          </a:solidFill>
                          <a:effectLst/>
                          <a:latin typeface="Aptos Narrow" panose="020B0004020202020204" pitchFamily="34" charset="0"/>
                        </a:rPr>
                        <a:t>7</a:t>
                      </a:r>
                    </a:p>
                  </a:txBody>
                  <a:tcPr marL="8822" marR="8822" marT="8822"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1000" b="1" i="0" u="none" strike="noStrike">
                          <a:solidFill>
                            <a:srgbClr val="000000"/>
                          </a:solidFill>
                          <a:effectLst/>
                          <a:latin typeface="Aptos Narrow" panose="020B0004020202020204" pitchFamily="34" charset="0"/>
                        </a:rPr>
                        <a:t>8</a:t>
                      </a:r>
                    </a:p>
                  </a:txBody>
                  <a:tcPr marL="8822" marR="8822" marT="88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1000" b="1" i="0" u="none" strike="noStrike">
                          <a:solidFill>
                            <a:srgbClr val="000000"/>
                          </a:solidFill>
                          <a:effectLst/>
                          <a:latin typeface="Aptos Narrow" panose="020B0004020202020204" pitchFamily="34" charset="0"/>
                        </a:rPr>
                        <a:t>9</a:t>
                      </a:r>
                    </a:p>
                  </a:txBody>
                  <a:tcPr marL="8822" marR="8822" marT="88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1000" b="1" i="0" u="none" strike="noStrike">
                          <a:solidFill>
                            <a:srgbClr val="000000"/>
                          </a:solidFill>
                          <a:effectLst/>
                          <a:latin typeface="Aptos Narrow" panose="020B0004020202020204" pitchFamily="34" charset="0"/>
                        </a:rPr>
                        <a:t>10</a:t>
                      </a:r>
                    </a:p>
                  </a:txBody>
                  <a:tcPr marL="8822" marR="8822" marT="8822"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1000" b="1" i="0" u="none" strike="noStrike">
                          <a:solidFill>
                            <a:srgbClr val="000000"/>
                          </a:solidFill>
                          <a:effectLst/>
                          <a:latin typeface="Aptos Narrow" panose="020B0004020202020204" pitchFamily="34" charset="0"/>
                        </a:rPr>
                        <a:t>11</a:t>
                      </a:r>
                    </a:p>
                  </a:txBody>
                  <a:tcPr marL="8822" marR="8822" marT="8822"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1000" b="1" i="0" u="none" strike="noStrike">
                          <a:solidFill>
                            <a:srgbClr val="000000"/>
                          </a:solidFill>
                          <a:effectLst/>
                          <a:latin typeface="Aptos Narrow" panose="020B0004020202020204" pitchFamily="34" charset="0"/>
                        </a:rPr>
                        <a:t>12</a:t>
                      </a:r>
                    </a:p>
                  </a:txBody>
                  <a:tcPr marL="8822" marR="8822" marT="88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1000" b="1" i="0" u="none" strike="noStrike">
                          <a:solidFill>
                            <a:srgbClr val="000000"/>
                          </a:solidFill>
                          <a:effectLst/>
                          <a:latin typeface="Aptos Narrow" panose="020B0004020202020204" pitchFamily="34" charset="0"/>
                        </a:rPr>
                        <a:t>13</a:t>
                      </a:r>
                    </a:p>
                  </a:txBody>
                  <a:tcPr marL="8822" marR="8822" marT="88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1000" b="1" i="0" u="none" strike="noStrike">
                          <a:solidFill>
                            <a:srgbClr val="000000"/>
                          </a:solidFill>
                          <a:effectLst/>
                          <a:latin typeface="Aptos Narrow" panose="020B0004020202020204" pitchFamily="34" charset="0"/>
                        </a:rPr>
                        <a:t>14</a:t>
                      </a:r>
                    </a:p>
                  </a:txBody>
                  <a:tcPr marL="8822" marR="8822" marT="88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1000" b="1" i="0" u="none" strike="noStrike">
                          <a:solidFill>
                            <a:srgbClr val="000000"/>
                          </a:solidFill>
                          <a:effectLst/>
                          <a:latin typeface="Aptos Narrow" panose="020B0004020202020204" pitchFamily="34" charset="0"/>
                        </a:rPr>
                        <a:t>15</a:t>
                      </a:r>
                    </a:p>
                  </a:txBody>
                  <a:tcPr marL="8822" marR="8822" marT="8822"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1000" b="1" i="0" u="none" strike="noStrike">
                          <a:solidFill>
                            <a:srgbClr val="000000"/>
                          </a:solidFill>
                          <a:effectLst/>
                          <a:latin typeface="Aptos Narrow" panose="020B0004020202020204" pitchFamily="34" charset="0"/>
                        </a:rPr>
                        <a:t>16</a:t>
                      </a:r>
                    </a:p>
                  </a:txBody>
                  <a:tcPr marL="8822" marR="8822" marT="8822"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1000" b="1" i="0" u="none" strike="noStrike">
                          <a:solidFill>
                            <a:srgbClr val="000000"/>
                          </a:solidFill>
                          <a:effectLst/>
                          <a:latin typeface="Aptos Narrow" panose="020B0004020202020204" pitchFamily="34" charset="0"/>
                        </a:rPr>
                        <a:t>17</a:t>
                      </a:r>
                    </a:p>
                  </a:txBody>
                  <a:tcPr marL="8822" marR="8822" marT="88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1000" b="1" i="0" u="none" strike="noStrike">
                          <a:solidFill>
                            <a:srgbClr val="000000"/>
                          </a:solidFill>
                          <a:effectLst/>
                          <a:latin typeface="Aptos Narrow" panose="020B0004020202020204" pitchFamily="34" charset="0"/>
                        </a:rPr>
                        <a:t>18</a:t>
                      </a:r>
                    </a:p>
                  </a:txBody>
                  <a:tcPr marL="8822" marR="8822" marT="88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1000" b="1" i="0" u="none" strike="noStrike">
                          <a:solidFill>
                            <a:srgbClr val="000000"/>
                          </a:solidFill>
                          <a:effectLst/>
                          <a:latin typeface="Aptos Narrow" panose="020B0004020202020204" pitchFamily="34" charset="0"/>
                        </a:rPr>
                        <a:t>19</a:t>
                      </a:r>
                    </a:p>
                  </a:txBody>
                  <a:tcPr marL="8822" marR="8822" marT="8822"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1000" b="1" i="0" u="none" strike="noStrike">
                          <a:solidFill>
                            <a:srgbClr val="000000"/>
                          </a:solidFill>
                          <a:effectLst/>
                          <a:latin typeface="Aptos Narrow" panose="020B0004020202020204" pitchFamily="34" charset="0"/>
                        </a:rPr>
                        <a:t>20</a:t>
                      </a:r>
                    </a:p>
                  </a:txBody>
                  <a:tcPr marL="8822" marR="8822" marT="882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5E6A2"/>
                    </a:solidFill>
                  </a:tcPr>
                </a:tc>
                <a:tc>
                  <a:txBody>
                    <a:bodyPr/>
                    <a:lstStyle/>
                    <a:p>
                      <a:pPr algn="r" fontAlgn="b"/>
                      <a:r>
                        <a:rPr lang="nb-NO" sz="1000" b="1" i="0" u="none" strike="noStrike">
                          <a:solidFill>
                            <a:srgbClr val="000000"/>
                          </a:solidFill>
                          <a:effectLst/>
                          <a:latin typeface="Aptos Narrow" panose="020B0004020202020204" pitchFamily="34" charset="0"/>
                        </a:rPr>
                        <a:t>21</a:t>
                      </a:r>
                    </a:p>
                  </a:txBody>
                  <a:tcPr marL="8822" marR="8822" marT="8822"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49EDD"/>
                    </a:solidFill>
                  </a:tcPr>
                </a:tc>
                <a:tc>
                  <a:txBody>
                    <a:bodyPr/>
                    <a:lstStyle/>
                    <a:p>
                      <a:pPr algn="r" fontAlgn="b"/>
                      <a:r>
                        <a:rPr lang="nb-NO" sz="1000" b="1" i="0" u="none" strike="noStrike">
                          <a:solidFill>
                            <a:srgbClr val="000000"/>
                          </a:solidFill>
                          <a:effectLst/>
                          <a:latin typeface="Aptos Narrow" panose="020B0004020202020204" pitchFamily="34" charset="0"/>
                        </a:rPr>
                        <a:t>22</a:t>
                      </a:r>
                    </a:p>
                  </a:txBody>
                  <a:tcPr marL="8822" marR="8822" marT="8822"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49EDD"/>
                    </a:solidFill>
                  </a:tcPr>
                </a:tc>
                <a:extLst>
                  <a:ext uri="{0D108BD9-81ED-4DB2-BD59-A6C34878D82A}">
                    <a16:rowId xmlns:a16="http://schemas.microsoft.com/office/drawing/2014/main" val="1444190303"/>
                  </a:ext>
                </a:extLst>
              </a:tr>
              <a:tr h="1345620">
                <a:tc>
                  <a:txBody>
                    <a:bodyPr/>
                    <a:lstStyle/>
                    <a:p>
                      <a:pPr algn="l" fontAlgn="b"/>
                      <a:r>
                        <a:rPr lang="nb-NO" sz="1000" b="0" i="0" u="none" strike="noStrike">
                          <a:solidFill>
                            <a:srgbClr val="000000"/>
                          </a:solidFill>
                          <a:effectLst/>
                          <a:latin typeface="Aptos Narrow" panose="020B0004020202020204" pitchFamily="34" charset="0"/>
                        </a:rPr>
                        <a:t> </a:t>
                      </a:r>
                    </a:p>
                  </a:txBody>
                  <a:tcPr marL="8822" marR="8822" marT="882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95959"/>
                    </a:solidFill>
                  </a:tcPr>
                </a:tc>
                <a:tc gridSpan="2">
                  <a:txBody>
                    <a:bodyPr/>
                    <a:lstStyle/>
                    <a:p>
                      <a:pPr algn="l" fontAlgn="t"/>
                      <a:r>
                        <a:rPr lang="nb-NO" sz="1000" b="1" i="0" u="none" strike="noStrike">
                          <a:solidFill>
                            <a:srgbClr val="000000"/>
                          </a:solidFill>
                          <a:effectLst/>
                          <a:latin typeface="Aptos Narrow" panose="020B0004020202020204" pitchFamily="34" charset="0"/>
                        </a:rPr>
                        <a:t>Uke 6</a:t>
                      </a:r>
                      <a:r>
                        <a:rPr lang="nb-NO" sz="1000" b="0" i="0" u="none" strike="noStrike">
                          <a:solidFill>
                            <a:srgbClr val="000000"/>
                          </a:solidFill>
                          <a:effectLst/>
                          <a:latin typeface="Aptos Narrow" panose="020B0004020202020204" pitchFamily="34" charset="0"/>
                        </a:rPr>
                        <a:t>: Arbeidskrav 1 ORL1000                                </a:t>
                      </a:r>
                      <a:br>
                        <a:rPr lang="nb-NO" sz="1000" b="0" i="0" u="none" strike="noStrike">
                          <a:solidFill>
                            <a:srgbClr val="000000"/>
                          </a:solidFill>
                          <a:effectLst/>
                          <a:latin typeface="Aptos Narrow" panose="020B0004020202020204" pitchFamily="34" charset="0"/>
                        </a:rPr>
                      </a:br>
                      <a:r>
                        <a:rPr lang="nb-NO" sz="1000" b="1" i="0" u="none" strike="noStrike">
                          <a:solidFill>
                            <a:srgbClr val="000000"/>
                          </a:solidFill>
                          <a:effectLst/>
                          <a:latin typeface="Aptos Narrow" panose="020B0004020202020204" pitchFamily="34" charset="0"/>
                        </a:rPr>
                        <a:t>Uke 6:</a:t>
                      </a:r>
                      <a:r>
                        <a:rPr lang="nb-NO" sz="1000" b="0" i="0" u="none" strike="noStrike">
                          <a:solidFill>
                            <a:srgbClr val="000000"/>
                          </a:solidFill>
                          <a:effectLst/>
                          <a:latin typeface="Aptos Narrow" panose="020B0004020202020204" pitchFamily="34" charset="0"/>
                        </a:rPr>
                        <a:t> Lucas møter 12:00 tirsdag</a:t>
                      </a:r>
                    </a:p>
                  </a:txBody>
                  <a:tcPr marL="8822" marR="8822" marT="882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tc hMerge="1">
                  <a:txBody>
                    <a:bodyPr/>
                    <a:lstStyle/>
                    <a:p>
                      <a:endParaRPr lang="nb-NO"/>
                    </a:p>
                  </a:txBody>
                  <a:tcPr/>
                </a:tc>
                <a:tc gridSpan="4">
                  <a:txBody>
                    <a:bodyPr/>
                    <a:lstStyle/>
                    <a:p>
                      <a:pPr algn="l" fontAlgn="t"/>
                      <a:r>
                        <a:rPr lang="nb-NO" sz="1000" b="1" i="0" u="none" strike="noStrike">
                          <a:solidFill>
                            <a:srgbClr val="000000"/>
                          </a:solidFill>
                          <a:effectLst/>
                          <a:latin typeface="Aptos Narrow" panose="020B0004020202020204" pitchFamily="34" charset="0"/>
                        </a:rPr>
                        <a:t>Uke 7: </a:t>
                      </a:r>
                      <a:r>
                        <a:rPr lang="nb-NO" sz="1000" b="0" i="0" u="none" strike="noStrike">
                          <a:solidFill>
                            <a:srgbClr val="000000"/>
                          </a:solidFill>
                          <a:effectLst/>
                          <a:latin typeface="Aptos Narrow" panose="020B0004020202020204" pitchFamily="34" charset="0"/>
                        </a:rPr>
                        <a:t>Arbeidskrav PRG1100</a:t>
                      </a:r>
                      <a:br>
                        <a:rPr lang="nb-NO" sz="1000" b="0" i="0" u="none" strike="noStrike">
                          <a:solidFill>
                            <a:srgbClr val="000000"/>
                          </a:solidFill>
                          <a:effectLst/>
                          <a:latin typeface="Aptos Narrow" panose="020B0004020202020204" pitchFamily="34" charset="0"/>
                        </a:rPr>
                      </a:br>
                      <a:r>
                        <a:rPr lang="nb-NO" sz="1000" b="1" i="0" u="none" strike="noStrike">
                          <a:solidFill>
                            <a:srgbClr val="000000"/>
                          </a:solidFill>
                          <a:effectLst/>
                          <a:latin typeface="Aptos Narrow" panose="020B0004020202020204" pitchFamily="34" charset="0"/>
                        </a:rPr>
                        <a:t>Uke 7</a:t>
                      </a:r>
                      <a:r>
                        <a:rPr lang="nb-NO" sz="1000" b="0" i="0" u="none" strike="noStrike">
                          <a:solidFill>
                            <a:srgbClr val="000000"/>
                          </a:solidFill>
                          <a:effectLst/>
                          <a:latin typeface="Aptos Narrow" panose="020B0004020202020204" pitchFamily="34" charset="0"/>
                        </a:rPr>
                        <a:t>: Arbeidskrav 2 ORL1000</a:t>
                      </a:r>
                      <a:br>
                        <a:rPr lang="nb-NO" sz="1000" b="0" i="0" u="none" strike="noStrike">
                          <a:solidFill>
                            <a:srgbClr val="000000"/>
                          </a:solidFill>
                          <a:effectLst/>
                          <a:latin typeface="Aptos Narrow" panose="020B0004020202020204" pitchFamily="34" charset="0"/>
                        </a:rPr>
                      </a:br>
                      <a:r>
                        <a:rPr lang="nb-NO" sz="1000" b="1" i="0" u="none" strike="noStrike">
                          <a:solidFill>
                            <a:srgbClr val="000000"/>
                          </a:solidFill>
                          <a:effectLst/>
                          <a:latin typeface="Aptos Narrow" panose="020B0004020202020204" pitchFamily="34" charset="0"/>
                        </a:rPr>
                        <a:t>Uke 7, 8,  9, 10:</a:t>
                      </a:r>
                      <a:r>
                        <a:rPr lang="nb-NO" sz="1000" b="0" i="0" u="none" strike="noStrike">
                          <a:solidFill>
                            <a:srgbClr val="000000"/>
                          </a:solidFill>
                          <a:effectLst/>
                          <a:latin typeface="Aptos Narrow" panose="020B0004020202020204" pitchFamily="34" charset="0"/>
                        </a:rPr>
                        <a:t> Lucas møter 12:00 tirsdag</a:t>
                      </a:r>
                    </a:p>
                  </a:txBody>
                  <a:tcPr marL="8822" marR="8822" marT="882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hMerge="1">
                  <a:txBody>
                    <a:bodyPr/>
                    <a:lstStyle/>
                    <a:p>
                      <a:endParaRPr lang="nb-NO"/>
                    </a:p>
                  </a:txBody>
                  <a:tcPr/>
                </a:tc>
                <a:tc hMerge="1">
                  <a:txBody>
                    <a:bodyPr/>
                    <a:lstStyle/>
                    <a:p>
                      <a:endParaRPr lang="nb-NO"/>
                    </a:p>
                  </a:txBody>
                  <a:tcPr/>
                </a:tc>
                <a:tc hMerge="1">
                  <a:txBody>
                    <a:bodyPr/>
                    <a:lstStyle/>
                    <a:p>
                      <a:endParaRPr lang="nb-NO"/>
                    </a:p>
                  </a:txBody>
                  <a:tcPr/>
                </a:tc>
                <a:tc gridSpan="5">
                  <a:txBody>
                    <a:bodyPr/>
                    <a:lstStyle/>
                    <a:p>
                      <a:pPr algn="l" fontAlgn="t"/>
                      <a:r>
                        <a:rPr lang="nb-NO" sz="1000" b="1" i="0" u="none" strike="noStrike">
                          <a:solidFill>
                            <a:srgbClr val="000000"/>
                          </a:solidFill>
                          <a:effectLst/>
                          <a:latin typeface="Aptos Narrow" panose="020B0004020202020204" pitchFamily="34" charset="0"/>
                        </a:rPr>
                        <a:t>Uke 13:</a:t>
                      </a:r>
                      <a:r>
                        <a:rPr lang="nb-NO" sz="1000" b="0" i="0" u="none" strike="noStrike">
                          <a:solidFill>
                            <a:srgbClr val="000000"/>
                          </a:solidFill>
                          <a:effectLst/>
                          <a:latin typeface="Aptos Narrow" panose="020B0004020202020204" pitchFamily="34" charset="0"/>
                        </a:rPr>
                        <a:t> Påskeferie</a:t>
                      </a:r>
                      <a:br>
                        <a:rPr lang="nb-NO" sz="1000" b="0" i="0" u="none" strike="noStrike">
                          <a:solidFill>
                            <a:srgbClr val="000000"/>
                          </a:solidFill>
                          <a:effectLst/>
                          <a:latin typeface="Aptos Narrow" panose="020B0004020202020204" pitchFamily="34" charset="0"/>
                        </a:rPr>
                      </a:br>
                      <a:r>
                        <a:rPr lang="nb-NO" sz="1000" b="1" i="0" u="none" strike="noStrike">
                          <a:solidFill>
                            <a:srgbClr val="000000"/>
                          </a:solidFill>
                          <a:effectLst/>
                          <a:latin typeface="Aptos Narrow" panose="020B0004020202020204" pitchFamily="34" charset="0"/>
                        </a:rPr>
                        <a:t>Uke (Før påske):</a:t>
                      </a:r>
                      <a:r>
                        <a:rPr lang="nb-NO" sz="1000" b="0" i="0" u="none" strike="noStrike">
                          <a:solidFill>
                            <a:srgbClr val="000000"/>
                          </a:solidFill>
                          <a:effectLst/>
                          <a:latin typeface="Aptos Narrow" panose="020B0004020202020204" pitchFamily="34" charset="0"/>
                        </a:rPr>
                        <a:t> Arbeidskrav 2 PRG1100</a:t>
                      </a:r>
                      <a:br>
                        <a:rPr lang="nb-NO" sz="1000" b="0" i="0" u="none" strike="noStrike">
                          <a:solidFill>
                            <a:srgbClr val="000000"/>
                          </a:solidFill>
                          <a:effectLst/>
                          <a:latin typeface="Aptos Narrow" panose="020B0004020202020204" pitchFamily="34" charset="0"/>
                        </a:rPr>
                      </a:br>
                      <a:r>
                        <a:rPr lang="nb-NO" sz="1000" b="1" i="0" u="none" strike="noStrike">
                          <a:solidFill>
                            <a:srgbClr val="000000"/>
                          </a:solidFill>
                          <a:effectLst/>
                          <a:latin typeface="Aptos Narrow" panose="020B0004020202020204" pitchFamily="34" charset="0"/>
                        </a:rPr>
                        <a:t>Uke 11: </a:t>
                      </a:r>
                      <a:r>
                        <a:rPr lang="nb-NO" sz="1000" b="0" i="0" u="none" strike="noStrike">
                          <a:solidFill>
                            <a:srgbClr val="000000"/>
                          </a:solidFill>
                          <a:effectLst/>
                          <a:latin typeface="Aptos Narrow" panose="020B0004020202020204" pitchFamily="34" charset="0"/>
                        </a:rPr>
                        <a:t>Jobber mandag istedet for tirsdag</a:t>
                      </a:r>
                      <a:br>
                        <a:rPr lang="nb-NO" sz="1000" b="0" i="0" u="none" strike="noStrike">
                          <a:solidFill>
                            <a:srgbClr val="000000"/>
                          </a:solidFill>
                          <a:effectLst/>
                          <a:latin typeface="Aptos Narrow" panose="020B0004020202020204" pitchFamily="34" charset="0"/>
                        </a:rPr>
                      </a:br>
                      <a:endParaRPr lang="nb-NO" sz="1000" b="0" i="0" u="none" strike="noStrike">
                        <a:solidFill>
                          <a:srgbClr val="000000"/>
                        </a:solidFill>
                        <a:effectLst/>
                        <a:latin typeface="Aptos Narrow" panose="020B0004020202020204" pitchFamily="34" charset="0"/>
                      </a:endParaRPr>
                    </a:p>
                  </a:txBody>
                  <a:tcPr marL="8822" marR="8822" marT="882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tc hMerge="1">
                  <a:txBody>
                    <a:bodyPr/>
                    <a:lstStyle/>
                    <a:p>
                      <a:endParaRPr lang="nb-NO"/>
                    </a:p>
                  </a:txBody>
                  <a:tcPr/>
                </a:tc>
                <a:tc hMerge="1">
                  <a:txBody>
                    <a:bodyPr/>
                    <a:lstStyle/>
                    <a:p>
                      <a:endParaRPr lang="nb-NO"/>
                    </a:p>
                  </a:txBody>
                  <a:tcPr/>
                </a:tc>
                <a:tc hMerge="1">
                  <a:txBody>
                    <a:bodyPr/>
                    <a:lstStyle/>
                    <a:p>
                      <a:endParaRPr lang="nb-NO"/>
                    </a:p>
                  </a:txBody>
                  <a:tcPr/>
                </a:tc>
                <a:tc hMerge="1">
                  <a:txBody>
                    <a:bodyPr/>
                    <a:lstStyle/>
                    <a:p>
                      <a:endParaRPr lang="nb-NO"/>
                    </a:p>
                  </a:txBody>
                  <a:tcPr/>
                </a:tc>
                <a:tc gridSpan="4">
                  <a:txBody>
                    <a:bodyPr/>
                    <a:lstStyle/>
                    <a:p>
                      <a:pPr algn="l" fontAlgn="t"/>
                      <a:r>
                        <a:rPr lang="nb-NO" sz="1000" b="0" i="0" u="none" strike="noStrike">
                          <a:solidFill>
                            <a:srgbClr val="000000"/>
                          </a:solidFill>
                          <a:effectLst/>
                          <a:latin typeface="Aptos Narrow" panose="020B0004020202020204" pitchFamily="34" charset="0"/>
                        </a:rPr>
                        <a:t> </a:t>
                      </a:r>
                    </a:p>
                  </a:txBody>
                  <a:tcPr marL="8822" marR="8822" marT="882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tc hMerge="1">
                  <a:txBody>
                    <a:bodyPr/>
                    <a:lstStyle/>
                    <a:p>
                      <a:endParaRPr lang="nb-NO"/>
                    </a:p>
                  </a:txBody>
                  <a:tcPr/>
                </a:tc>
                <a:tc hMerge="1">
                  <a:txBody>
                    <a:bodyPr/>
                    <a:lstStyle/>
                    <a:p>
                      <a:endParaRPr lang="nb-NO"/>
                    </a:p>
                  </a:txBody>
                  <a:tcPr/>
                </a:tc>
                <a:tc hMerge="1">
                  <a:txBody>
                    <a:bodyPr/>
                    <a:lstStyle/>
                    <a:p>
                      <a:endParaRPr lang="nb-NO"/>
                    </a:p>
                  </a:txBody>
                  <a:tcPr/>
                </a:tc>
                <a:tc gridSpan="3">
                  <a:txBody>
                    <a:bodyPr/>
                    <a:lstStyle/>
                    <a:p>
                      <a:pPr algn="l" fontAlgn="t"/>
                      <a:r>
                        <a:rPr lang="nb-NO" sz="1000" b="0" i="0" u="none" strike="noStrike">
                          <a:solidFill>
                            <a:srgbClr val="000000"/>
                          </a:solidFill>
                          <a:effectLst/>
                          <a:latin typeface="Aptos Narrow" panose="020B0004020202020204" pitchFamily="34" charset="0"/>
                        </a:rPr>
                        <a:t> </a:t>
                      </a:r>
                    </a:p>
                  </a:txBody>
                  <a:tcPr marL="8822" marR="8822" marT="882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CEEF"/>
                    </a:solidFill>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2698799762"/>
                  </a:ext>
                </a:extLst>
              </a:tr>
            </a:tbl>
          </a:graphicData>
        </a:graphic>
      </p:graphicFrame>
    </p:spTree>
    <p:extLst>
      <p:ext uri="{BB962C8B-B14F-4D97-AF65-F5344CB8AC3E}">
        <p14:creationId xmlns:p14="http://schemas.microsoft.com/office/powerpoint/2010/main" val="1633142185"/>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1398CFF-697B-0004-55ED-C75E6046F509}"/>
              </a:ext>
            </a:extLst>
          </p:cNvPr>
          <p:cNvSpPr>
            <a:spLocks noGrp="1"/>
          </p:cNvSpPr>
          <p:nvPr>
            <p:ph type="title"/>
          </p:nvPr>
        </p:nvSpPr>
        <p:spPr/>
        <p:txBody>
          <a:bodyPr/>
          <a:lstStyle/>
          <a:p>
            <a:endParaRPr lang="en-US"/>
          </a:p>
        </p:txBody>
      </p:sp>
      <p:graphicFrame>
        <p:nvGraphicFramePr>
          <p:cNvPr id="11" name="Content Placeholder 10">
            <a:extLst>
              <a:ext uri="{FF2B5EF4-FFF2-40B4-BE49-F238E27FC236}">
                <a16:creationId xmlns:a16="http://schemas.microsoft.com/office/drawing/2014/main" id="{F0ED31A8-4B69-CA9F-B7A8-621B41F85971}"/>
              </a:ext>
            </a:extLst>
          </p:cNvPr>
          <p:cNvGraphicFramePr>
            <a:graphicFrameLocks noGrp="1"/>
          </p:cNvGraphicFramePr>
          <p:nvPr>
            <p:ph idx="1"/>
            <p:extLst>
              <p:ext uri="{D42A27DB-BD31-4B8C-83A1-F6EECF244321}">
                <p14:modId xmlns:p14="http://schemas.microsoft.com/office/powerpoint/2010/main" val="224829241"/>
              </p:ext>
            </p:extLst>
          </p:nvPr>
        </p:nvGraphicFramePr>
        <p:xfrm>
          <a:off x="838200" y="365125"/>
          <a:ext cx="10515600" cy="5588134"/>
        </p:xfrm>
        <a:graphic>
          <a:graphicData uri="http://schemas.openxmlformats.org/drawingml/2006/table">
            <a:tbl>
              <a:tblPr firstRow="1" bandRow="1">
                <a:tableStyleId>{5C22544A-7EE6-4342-B048-85BDC9FD1C3A}</a:tableStyleId>
              </a:tblPr>
              <a:tblGrid>
                <a:gridCol w="648600">
                  <a:extLst>
                    <a:ext uri="{9D8B030D-6E8A-4147-A177-3AD203B41FA5}">
                      <a16:colId xmlns:a16="http://schemas.microsoft.com/office/drawing/2014/main" val="3645815112"/>
                    </a:ext>
                  </a:extLst>
                </a:gridCol>
                <a:gridCol w="2539200">
                  <a:extLst>
                    <a:ext uri="{9D8B030D-6E8A-4147-A177-3AD203B41FA5}">
                      <a16:colId xmlns:a16="http://schemas.microsoft.com/office/drawing/2014/main" val="1342668731"/>
                    </a:ext>
                  </a:extLst>
                </a:gridCol>
                <a:gridCol w="2456400">
                  <a:extLst>
                    <a:ext uri="{9D8B030D-6E8A-4147-A177-3AD203B41FA5}">
                      <a16:colId xmlns:a16="http://schemas.microsoft.com/office/drawing/2014/main" val="3535463238"/>
                    </a:ext>
                  </a:extLst>
                </a:gridCol>
                <a:gridCol w="2442600">
                  <a:extLst>
                    <a:ext uri="{9D8B030D-6E8A-4147-A177-3AD203B41FA5}">
                      <a16:colId xmlns:a16="http://schemas.microsoft.com/office/drawing/2014/main" val="2930226807"/>
                    </a:ext>
                  </a:extLst>
                </a:gridCol>
                <a:gridCol w="2428800">
                  <a:extLst>
                    <a:ext uri="{9D8B030D-6E8A-4147-A177-3AD203B41FA5}">
                      <a16:colId xmlns:a16="http://schemas.microsoft.com/office/drawing/2014/main" val="1499029898"/>
                    </a:ext>
                  </a:extLst>
                </a:gridCol>
              </a:tblGrid>
              <a:tr h="254734">
                <a:tc gridSpan="2">
                  <a:txBody>
                    <a:bodyPr/>
                    <a:lstStyle/>
                    <a:p>
                      <a:pPr algn="ctr" fontAlgn="ctr"/>
                      <a:r>
                        <a:rPr lang="en-US" sz="1300" b="1" i="0" u="none" strike="noStrike">
                          <a:solidFill>
                            <a:srgbClr val="FFFFFF"/>
                          </a:solidFill>
                          <a:effectLst/>
                          <a:latin typeface="Aptos Narrow"/>
                        </a:rPr>
                        <a:t>SWOT-</a:t>
                      </a:r>
                      <a:r>
                        <a:rPr lang="en-US" sz="1300" b="1" i="0" u="none" strike="noStrike" err="1">
                          <a:solidFill>
                            <a:srgbClr val="FFFFFF"/>
                          </a:solidFill>
                          <a:effectLst/>
                          <a:latin typeface="Aptos Narrow"/>
                        </a:rPr>
                        <a:t>analyse</a:t>
                      </a:r>
                      <a:r>
                        <a:rPr lang="en-US" sz="1300" b="1" i="0" u="none" strike="noStrike">
                          <a:solidFill>
                            <a:srgbClr val="FFFFFF"/>
                          </a:solidFill>
                          <a:effectLst/>
                          <a:latin typeface="Aptos Narrow"/>
                        </a:rPr>
                        <a:t> 1/2</a:t>
                      </a:r>
                    </a:p>
                  </a:txBody>
                  <a:tcPr marL="171450" marR="9525" marT="9525" anchor="ctr">
                    <a:lnL>
                      <a:noFill/>
                    </a:lnL>
                    <a:lnR>
                      <a:noFill/>
                    </a:lnR>
                    <a:lnT>
                      <a:noFill/>
                    </a:lnT>
                    <a:lnB w="12700" cap="flat" cmpd="sng" algn="ctr">
                      <a:solidFill>
                        <a:srgbClr val="000000"/>
                      </a:solidFill>
                      <a:prstDash val="solid"/>
                      <a:round/>
                      <a:headEnd type="none" w="med" len="med"/>
                      <a:tailEnd type="none" w="med" len="med"/>
                    </a:lnB>
                    <a:solidFill>
                      <a:srgbClr val="000000"/>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anchor="b">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9488261"/>
                  </a:ext>
                </a:extLst>
              </a:tr>
              <a:tr h="254734">
                <a:tc>
                  <a:txBody>
                    <a:bodyPr/>
                    <a:lstStyle/>
                    <a:p>
                      <a:pPr algn="ctr" fontAlgn="ctr"/>
                      <a:r>
                        <a:rPr lang="en-US" sz="1100" b="1" i="0" u="none" strike="noStrike" err="1">
                          <a:solidFill>
                            <a:srgbClr val="000000"/>
                          </a:solidFill>
                          <a:effectLst/>
                          <a:latin typeface="Aptos Narrow"/>
                        </a:rPr>
                        <a:t>Navn</a:t>
                      </a:r>
                    </a:p>
                  </a:txBody>
                  <a:tcPr marL="9525" marR="9525" marT="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CCBDA"/>
                    </a:solidFill>
                  </a:tcPr>
                </a:tc>
                <a:tc>
                  <a:txBody>
                    <a:bodyPr/>
                    <a:lstStyle/>
                    <a:p>
                      <a:pPr algn="ctr" fontAlgn="ctr"/>
                      <a:r>
                        <a:rPr lang="en-US" sz="1100" b="1" i="0" u="none" strike="noStrike">
                          <a:solidFill>
                            <a:srgbClr val="000000"/>
                          </a:solidFill>
                          <a:effectLst/>
                          <a:latin typeface="Aptos Narrow"/>
                        </a:rPr>
                        <a:t>Strength</a:t>
                      </a:r>
                    </a:p>
                  </a:txBody>
                  <a:tcPr marL="9525" marR="9525" marT="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2CAB2"/>
                    </a:solidFill>
                  </a:tcPr>
                </a:tc>
                <a:tc>
                  <a:txBody>
                    <a:bodyPr/>
                    <a:lstStyle/>
                    <a:p>
                      <a:pPr algn="ctr" fontAlgn="ctr"/>
                      <a:r>
                        <a:rPr lang="en-US" sz="1100" b="1" i="0" u="none" strike="noStrike">
                          <a:solidFill>
                            <a:srgbClr val="000000"/>
                          </a:solidFill>
                          <a:effectLst/>
                          <a:latin typeface="Aptos Narrow"/>
                        </a:rPr>
                        <a:t>Weaknesses</a:t>
                      </a:r>
                    </a:p>
                  </a:txBody>
                  <a:tcPr marL="9525" marR="9525" marT="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3AEAD"/>
                    </a:solidFill>
                  </a:tcPr>
                </a:tc>
                <a:tc>
                  <a:txBody>
                    <a:bodyPr/>
                    <a:lstStyle/>
                    <a:p>
                      <a:pPr algn="ctr" fontAlgn="ctr"/>
                      <a:r>
                        <a:rPr lang="en-US" sz="1100" b="1" i="0" u="none" strike="noStrike">
                          <a:solidFill>
                            <a:srgbClr val="000000"/>
                          </a:solidFill>
                          <a:effectLst/>
                          <a:latin typeface="Aptos Narrow"/>
                        </a:rPr>
                        <a:t>Opportunities</a:t>
                      </a:r>
                    </a:p>
                  </a:txBody>
                  <a:tcPr marL="9525" marR="9525" marT="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2D7AE"/>
                    </a:solidFill>
                  </a:tcPr>
                </a:tc>
                <a:tc>
                  <a:txBody>
                    <a:bodyPr/>
                    <a:lstStyle/>
                    <a:p>
                      <a:pPr algn="ctr" fontAlgn="ctr"/>
                      <a:r>
                        <a:rPr lang="en-US" sz="1100" b="1" i="0" u="none" strike="noStrike">
                          <a:solidFill>
                            <a:srgbClr val="000000"/>
                          </a:solidFill>
                          <a:effectLst/>
                          <a:latin typeface="Aptos Narrow"/>
                        </a:rPr>
                        <a:t>Threats</a:t>
                      </a:r>
                    </a:p>
                  </a:txBody>
                  <a:tcPr marL="9525" marR="9525" marT="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3B0BA"/>
                    </a:solidFill>
                  </a:tcPr>
                </a:tc>
                <a:extLst>
                  <a:ext uri="{0D108BD9-81ED-4DB2-BD59-A6C34878D82A}">
                    <a16:rowId xmlns:a16="http://schemas.microsoft.com/office/drawing/2014/main" val="136278195"/>
                  </a:ext>
                </a:extLst>
              </a:tr>
              <a:tr h="887960">
                <a:tc>
                  <a:txBody>
                    <a:bodyPr/>
                    <a:lstStyle/>
                    <a:p>
                      <a:pPr algn="ctr" fontAlgn="ctr"/>
                      <a:r>
                        <a:rPr lang="en-US" sz="1100" b="0" i="0" u="none" strike="noStrike">
                          <a:solidFill>
                            <a:srgbClr val="000000"/>
                          </a:solidFill>
                          <a:effectLst/>
                          <a:latin typeface="Aptos Narrow"/>
                        </a:rPr>
                        <a:t>Jonas</a:t>
                      </a:r>
                    </a:p>
                  </a:txBody>
                  <a:tcPr marL="9525" marR="9525" marT="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l" fontAlgn="ctr"/>
                      <a:r>
                        <a:rPr lang="en-US" sz="1100" b="0" i="0" u="none" strike="noStrike">
                          <a:solidFill>
                            <a:srgbClr val="000000"/>
                          </a:solidFill>
                          <a:effectLst/>
                          <a:latin typeface="Aptos Narrow"/>
                        </a:rPr>
                        <a:t>Kan </a:t>
                      </a:r>
                      <a:r>
                        <a:rPr lang="en-US" sz="1100" b="0" i="0" u="none" strike="noStrike" err="1">
                          <a:solidFill>
                            <a:srgbClr val="000000"/>
                          </a:solidFill>
                          <a:effectLst/>
                          <a:latin typeface="Aptos Narrow"/>
                        </a:rPr>
                        <a:t>fint</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jobbe</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selvstendig</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samt</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i</a:t>
                      </a:r>
                      <a:r>
                        <a:rPr lang="en-US" sz="1100" b="0" i="0" u="none" strike="noStrike">
                          <a:solidFill>
                            <a:srgbClr val="000000"/>
                          </a:solidFill>
                          <a:effectLst/>
                          <a:latin typeface="Aptos Narrow"/>
                        </a:rPr>
                        <a:t> team, </a:t>
                      </a:r>
                      <a:r>
                        <a:rPr lang="en-US" sz="1100" b="0" i="0" u="none" strike="noStrike" err="1">
                          <a:solidFill>
                            <a:srgbClr val="000000"/>
                          </a:solidFill>
                          <a:effectLst/>
                          <a:latin typeface="Aptos Narrow"/>
                        </a:rPr>
                        <a:t>har</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en</a:t>
                      </a:r>
                      <a:r>
                        <a:rPr lang="en-US" sz="1100" b="0" i="0" u="none" strike="noStrike">
                          <a:solidFill>
                            <a:srgbClr val="000000"/>
                          </a:solidFill>
                          <a:effectLst/>
                          <a:latin typeface="Aptos Narrow"/>
                        </a:rPr>
                        <a:t> del </a:t>
                      </a:r>
                      <a:r>
                        <a:rPr lang="en-US" sz="1100" b="0" i="0" u="none" strike="noStrike" err="1">
                          <a:solidFill>
                            <a:srgbClr val="000000"/>
                          </a:solidFill>
                          <a:effectLst/>
                          <a:latin typeface="Aptos Narrow"/>
                        </a:rPr>
                        <a:t>erfaring</a:t>
                      </a:r>
                      <a:r>
                        <a:rPr lang="en-US" sz="1100" b="0" i="0" u="none" strike="noStrike">
                          <a:solidFill>
                            <a:srgbClr val="000000"/>
                          </a:solidFill>
                          <a:effectLst/>
                          <a:latin typeface="Aptos Narrow"/>
                        </a:rPr>
                        <a:t>  med </a:t>
                      </a:r>
                      <a:r>
                        <a:rPr lang="en-US" sz="1100" b="0" i="0" u="none" strike="noStrike" err="1">
                          <a:solidFill>
                            <a:srgbClr val="000000"/>
                          </a:solidFill>
                          <a:effectLst/>
                          <a:latin typeface="Aptos Narrow"/>
                        </a:rPr>
                        <a:t>gruppearbeid</a:t>
                      </a:r>
                      <a:r>
                        <a:rPr lang="en-US" sz="1100" b="0" i="0" u="none" strike="noStrike">
                          <a:solidFill>
                            <a:srgbClr val="000000"/>
                          </a:solidFill>
                          <a:effectLst/>
                          <a:latin typeface="Aptos Narrow"/>
                        </a:rPr>
                        <a:t>/</a:t>
                      </a:r>
                      <a:r>
                        <a:rPr lang="en-US" sz="1100" b="0" i="0" u="none" strike="noStrike" err="1">
                          <a:solidFill>
                            <a:srgbClr val="000000"/>
                          </a:solidFill>
                          <a:effectLst/>
                          <a:latin typeface="Aptos Narrow"/>
                        </a:rPr>
                        <a:t>teamarbeid</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fleksibel</a:t>
                      </a:r>
                      <a:r>
                        <a:rPr lang="en-US" sz="1100" b="0" i="0" u="none" strike="noStrike">
                          <a:solidFill>
                            <a:srgbClr val="000000"/>
                          </a:solidFill>
                          <a:effectLst/>
                          <a:latin typeface="Aptos Narrow"/>
                        </a:rPr>
                        <a:t>, liker å </a:t>
                      </a:r>
                      <a:r>
                        <a:rPr lang="en-US" sz="1100" b="0" i="0" u="none" strike="noStrike" err="1">
                          <a:solidFill>
                            <a:srgbClr val="000000"/>
                          </a:solidFill>
                          <a:effectLst/>
                          <a:latin typeface="Aptos Narrow"/>
                        </a:rPr>
                        <a:t>høre</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andre</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sitt</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perspektiv</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og</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lære</a:t>
                      </a:r>
                      <a:r>
                        <a:rPr lang="en-US" sz="1100" b="0" i="0" u="none" strike="noStrike">
                          <a:solidFill>
                            <a:srgbClr val="000000"/>
                          </a:solidFill>
                          <a:effectLst/>
                          <a:latin typeface="Aptos Narrow"/>
                        </a:rPr>
                        <a:t> av </a:t>
                      </a:r>
                      <a:r>
                        <a:rPr lang="en-US" sz="1100" b="0" i="0" u="none" strike="noStrike" err="1">
                          <a:solidFill>
                            <a:srgbClr val="000000"/>
                          </a:solidFill>
                          <a:effectLst/>
                          <a:latin typeface="Aptos Narrow"/>
                        </a:rPr>
                        <a:t>andre</a:t>
                      </a:r>
                      <a:r>
                        <a:rPr lang="en-US" sz="1100" b="0" i="0" u="none" strike="noStrike">
                          <a:solidFill>
                            <a:srgbClr val="000000"/>
                          </a:solidFill>
                          <a:effectLst/>
                          <a:latin typeface="Aptos Narrow"/>
                        </a:rPr>
                        <a:t>. Jobber </a:t>
                      </a:r>
                      <a:r>
                        <a:rPr lang="en-US" sz="1100" b="0" i="0" u="none" strike="noStrike" err="1">
                          <a:solidFill>
                            <a:srgbClr val="000000"/>
                          </a:solidFill>
                          <a:effectLst/>
                          <a:latin typeface="Aptos Narrow"/>
                        </a:rPr>
                        <a:t>effektivt</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når</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jeg</a:t>
                      </a:r>
                      <a:r>
                        <a:rPr lang="en-US" sz="1100" b="0" i="0" u="none" strike="noStrike">
                          <a:solidFill>
                            <a:srgbClr val="000000"/>
                          </a:solidFill>
                          <a:effectLst/>
                          <a:latin typeface="Aptos Narrow"/>
                        </a:rPr>
                        <a:t> holder </a:t>
                      </a:r>
                      <a:r>
                        <a:rPr lang="en-US" sz="1100" b="0" i="0" u="none" strike="noStrike" err="1">
                          <a:solidFill>
                            <a:srgbClr val="000000"/>
                          </a:solidFill>
                          <a:effectLst/>
                          <a:latin typeface="Aptos Narrow"/>
                        </a:rPr>
                        <a:t>på</a:t>
                      </a:r>
                      <a:r>
                        <a:rPr lang="en-US" sz="1100" b="0" i="0" u="none" strike="noStrike">
                          <a:solidFill>
                            <a:srgbClr val="000000"/>
                          </a:solidFill>
                          <a:effectLst/>
                          <a:latin typeface="Aptos Narrow"/>
                        </a:rPr>
                        <a:t> med </a:t>
                      </a:r>
                      <a:r>
                        <a:rPr lang="en-US" sz="1100" b="0" i="0" u="none" strike="noStrike" err="1">
                          <a:solidFill>
                            <a:srgbClr val="000000"/>
                          </a:solidFill>
                          <a:effectLst/>
                          <a:latin typeface="Aptos Narrow"/>
                        </a:rPr>
                        <a:t>gruppearbeid</a:t>
                      </a:r>
                      <a:r>
                        <a:rPr lang="en-US" sz="1100" b="0" i="0" u="none" strike="noStrike">
                          <a:solidFill>
                            <a:srgbClr val="000000"/>
                          </a:solidFill>
                          <a:effectLst/>
                          <a:latin typeface="Aptos Narrow"/>
                        </a:rPr>
                        <a:t>.</a:t>
                      </a:r>
                    </a:p>
                  </a:txBody>
                  <a:tcPr marL="9525" marR="9525" marT="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ctr"/>
                      <a:r>
                        <a:rPr lang="en-US" sz="1100" b="0" i="0" u="none" strike="noStrike">
                          <a:solidFill>
                            <a:srgbClr val="000000"/>
                          </a:solidFill>
                          <a:effectLst/>
                          <a:latin typeface="Aptos Narrow"/>
                        </a:rPr>
                        <a:t>I </a:t>
                      </a:r>
                      <a:r>
                        <a:rPr lang="en-US" sz="1100" b="0" i="0" u="none" strike="noStrike" err="1">
                          <a:solidFill>
                            <a:srgbClr val="000000"/>
                          </a:solidFill>
                          <a:effectLst/>
                          <a:latin typeface="Aptos Narrow"/>
                        </a:rPr>
                        <a:t>annet</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gruppearbeid</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så</a:t>
                      </a:r>
                      <a:r>
                        <a:rPr lang="en-US" sz="1100" b="0" i="0" u="none" strike="noStrike">
                          <a:solidFill>
                            <a:srgbClr val="000000"/>
                          </a:solidFill>
                          <a:effectLst/>
                          <a:latin typeface="Aptos Narrow"/>
                        </a:rPr>
                        <a:t> er </a:t>
                      </a:r>
                      <a:r>
                        <a:rPr lang="en-US" sz="1100" b="0" i="0" u="none" strike="noStrike" err="1">
                          <a:solidFill>
                            <a:srgbClr val="000000"/>
                          </a:solidFill>
                          <a:effectLst/>
                          <a:latin typeface="Aptos Narrow"/>
                        </a:rPr>
                        <a:t>jeg</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vandt</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til</a:t>
                      </a:r>
                      <a:r>
                        <a:rPr lang="en-US" sz="1100" b="0" i="0" u="none" strike="noStrike">
                          <a:solidFill>
                            <a:srgbClr val="000000"/>
                          </a:solidFill>
                          <a:effectLst/>
                          <a:latin typeface="Aptos Narrow"/>
                        </a:rPr>
                        <a:t> å ha </a:t>
                      </a:r>
                      <a:r>
                        <a:rPr lang="en-US" sz="1100" b="0" i="0" u="none" strike="noStrike" err="1">
                          <a:solidFill>
                            <a:srgbClr val="000000"/>
                          </a:solidFill>
                          <a:effectLst/>
                          <a:latin typeface="Aptos Narrow"/>
                        </a:rPr>
                        <a:t>mye</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ansvar</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og</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må</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derfor</a:t>
                      </a:r>
                      <a:r>
                        <a:rPr lang="en-US" sz="1100" b="0" i="0" u="none" strike="noStrike">
                          <a:solidFill>
                            <a:srgbClr val="000000"/>
                          </a:solidFill>
                          <a:effectLst/>
                          <a:latin typeface="Aptos Narrow"/>
                        </a:rPr>
                        <a:t> ta </a:t>
                      </a:r>
                      <a:r>
                        <a:rPr lang="en-US" sz="1100" b="0" i="0" u="none" strike="noStrike" err="1">
                          <a:solidFill>
                            <a:srgbClr val="000000"/>
                          </a:solidFill>
                          <a:effectLst/>
                          <a:latin typeface="Aptos Narrow"/>
                        </a:rPr>
                        <a:t>på</a:t>
                      </a:r>
                      <a:r>
                        <a:rPr lang="en-US" sz="1100" b="0" i="0" u="none" strike="noStrike">
                          <a:solidFill>
                            <a:srgbClr val="000000"/>
                          </a:solidFill>
                          <a:effectLst/>
                          <a:latin typeface="Aptos Narrow"/>
                        </a:rPr>
                        <a:t> meg </a:t>
                      </a:r>
                      <a:r>
                        <a:rPr lang="en-US" sz="1100" b="0" i="0" u="none" strike="noStrike" err="1">
                          <a:solidFill>
                            <a:srgbClr val="000000"/>
                          </a:solidFill>
                          <a:effectLst/>
                          <a:latin typeface="Aptos Narrow"/>
                        </a:rPr>
                        <a:t>en</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lederrrolle</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Må</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derfor</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balansere</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denne</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tankegangen</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når</a:t>
                      </a:r>
                      <a:r>
                        <a:rPr lang="en-US" sz="1100" b="0" i="0" u="none" strike="noStrike">
                          <a:solidFill>
                            <a:srgbClr val="000000"/>
                          </a:solidFill>
                          <a:effectLst/>
                          <a:latin typeface="Aptos Narrow"/>
                        </a:rPr>
                        <a:t> der </a:t>
                      </a:r>
                      <a:r>
                        <a:rPr lang="en-US" sz="1100" b="0" i="0" u="none" strike="noStrike" err="1">
                          <a:solidFill>
                            <a:srgbClr val="000000"/>
                          </a:solidFill>
                          <a:effectLst/>
                          <a:latin typeface="Aptos Narrow"/>
                        </a:rPr>
                        <a:t>ikke</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kreves</a:t>
                      </a:r>
                      <a:r>
                        <a:rPr lang="en-US" sz="1100" b="0" i="0" u="none" strike="noStrike">
                          <a:solidFill>
                            <a:srgbClr val="000000"/>
                          </a:solidFill>
                          <a:effectLst/>
                          <a:latin typeface="Aptos Narrow"/>
                        </a:rPr>
                        <a:t> at </a:t>
                      </a:r>
                      <a:r>
                        <a:rPr lang="en-US" sz="1100" b="0" i="0" u="none" strike="noStrike" err="1">
                          <a:solidFill>
                            <a:srgbClr val="000000"/>
                          </a:solidFill>
                          <a:effectLst/>
                          <a:latin typeface="Aptos Narrow"/>
                        </a:rPr>
                        <a:t>jeg</a:t>
                      </a:r>
                      <a:r>
                        <a:rPr lang="en-US" sz="1100" b="0" i="0" u="none" strike="noStrike">
                          <a:solidFill>
                            <a:srgbClr val="000000"/>
                          </a:solidFill>
                          <a:effectLst/>
                          <a:latin typeface="Aptos Narrow"/>
                        </a:rPr>
                        <a:t> tar </a:t>
                      </a:r>
                      <a:r>
                        <a:rPr lang="en-US" sz="1100" b="0" i="0" u="none" strike="noStrike" err="1">
                          <a:solidFill>
                            <a:srgbClr val="000000"/>
                          </a:solidFill>
                          <a:effectLst/>
                          <a:latin typeface="Aptos Narrow"/>
                        </a:rPr>
                        <a:t>på</a:t>
                      </a:r>
                      <a:r>
                        <a:rPr lang="en-US" sz="1100" b="0" i="0" u="none" strike="noStrike">
                          <a:solidFill>
                            <a:srgbClr val="000000"/>
                          </a:solidFill>
                          <a:effectLst/>
                          <a:latin typeface="Aptos Narrow"/>
                        </a:rPr>
                        <a:t> meg </a:t>
                      </a:r>
                      <a:r>
                        <a:rPr lang="en-US" sz="1100" b="0" i="0" u="none" strike="noStrike" err="1">
                          <a:solidFill>
                            <a:srgbClr val="000000"/>
                          </a:solidFill>
                          <a:effectLst/>
                          <a:latin typeface="Aptos Narrow"/>
                        </a:rPr>
                        <a:t>en</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slik</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rolle</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helt</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alene</a:t>
                      </a:r>
                      <a:r>
                        <a:rPr lang="en-US" sz="1100" b="0" i="0" u="none" strike="noStrike">
                          <a:solidFill>
                            <a:srgbClr val="000000"/>
                          </a:solidFill>
                          <a:effectLst/>
                          <a:latin typeface="Aptos Narrow"/>
                        </a:rPr>
                        <a:t>.</a:t>
                      </a:r>
                      <a:endParaRPr lang="en-US"/>
                    </a:p>
                    <a:p>
                      <a:pPr lvl="0" algn="l">
                        <a:buNone/>
                      </a:pP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Hvis</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jeg</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føler</a:t>
                      </a:r>
                      <a:r>
                        <a:rPr lang="en-US" sz="1100" b="0" i="0" u="none" strike="noStrike">
                          <a:solidFill>
                            <a:srgbClr val="000000"/>
                          </a:solidFill>
                          <a:effectLst/>
                          <a:latin typeface="Aptos Narrow"/>
                        </a:rPr>
                        <a:t> at alt </a:t>
                      </a:r>
                      <a:r>
                        <a:rPr lang="en-US" sz="1100" b="0" i="0" u="none" strike="noStrike" err="1">
                          <a:solidFill>
                            <a:srgbClr val="000000"/>
                          </a:solidFill>
                          <a:effectLst/>
                          <a:latin typeface="Aptos Narrow"/>
                        </a:rPr>
                        <a:t>går</a:t>
                      </a:r>
                      <a:r>
                        <a:rPr lang="en-US" sz="1100" b="0" i="0" u="none" strike="noStrike">
                          <a:solidFill>
                            <a:srgbClr val="000000"/>
                          </a:solidFill>
                          <a:effectLst/>
                          <a:latin typeface="Aptos Narrow"/>
                        </a:rPr>
                        <a:t> ok </a:t>
                      </a:r>
                      <a:r>
                        <a:rPr lang="en-US" sz="1100" b="0" i="0" u="none" strike="noStrike" err="1">
                          <a:solidFill>
                            <a:srgbClr val="000000"/>
                          </a:solidFill>
                          <a:effectLst/>
                          <a:latin typeface="Aptos Narrow"/>
                        </a:rPr>
                        <a:t>så</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kan</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jeg</a:t>
                      </a:r>
                      <a:r>
                        <a:rPr lang="en-US" sz="1100" b="0" i="0" u="none" strike="noStrike">
                          <a:solidFill>
                            <a:srgbClr val="000000"/>
                          </a:solidFill>
                          <a:effectLst/>
                          <a:latin typeface="Aptos Narrow"/>
                        </a:rPr>
                        <a:t> fort bare ta et </a:t>
                      </a:r>
                      <a:r>
                        <a:rPr lang="en-US" sz="1100" b="0" i="0" u="none" strike="noStrike" err="1">
                          <a:solidFill>
                            <a:srgbClr val="000000"/>
                          </a:solidFill>
                          <a:effectLst/>
                          <a:latin typeface="Aptos Narrow"/>
                        </a:rPr>
                        <a:t>steg</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tilbake</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og</a:t>
                      </a:r>
                      <a:r>
                        <a:rPr lang="en-US" sz="1100" b="0" i="0" u="none" strike="noStrike">
                          <a:solidFill>
                            <a:srgbClr val="000000"/>
                          </a:solidFill>
                          <a:effectLst/>
                          <a:latin typeface="Aptos Narrow"/>
                        </a:rPr>
                        <a:t> bare la alt </a:t>
                      </a:r>
                      <a:r>
                        <a:rPr lang="en-US" sz="1100" b="0" i="0" u="none" strike="noStrike" err="1">
                          <a:solidFill>
                            <a:srgbClr val="000000"/>
                          </a:solidFill>
                          <a:effectLst/>
                          <a:latin typeface="Aptos Narrow"/>
                        </a:rPr>
                        <a:t>gå</a:t>
                      </a:r>
                      <a:r>
                        <a:rPr lang="en-US" sz="1100" b="0" i="0" u="none" strike="noStrike">
                          <a:solidFill>
                            <a:srgbClr val="000000"/>
                          </a:solidFill>
                          <a:effectLst/>
                          <a:latin typeface="Aptos Narrow"/>
                        </a:rPr>
                        <a:t> sin gang </a:t>
                      </a:r>
                      <a:r>
                        <a:rPr lang="en-US" sz="1100" b="0" i="0" u="none" strike="noStrike" err="1">
                          <a:solidFill>
                            <a:srgbClr val="000000"/>
                          </a:solidFill>
                          <a:effectLst/>
                          <a:latin typeface="Aptos Narrow"/>
                        </a:rPr>
                        <a:t>uten</a:t>
                      </a:r>
                      <a:r>
                        <a:rPr lang="en-US" sz="1100" b="0" i="0" u="none" strike="noStrike">
                          <a:solidFill>
                            <a:srgbClr val="000000"/>
                          </a:solidFill>
                          <a:effectLst/>
                          <a:latin typeface="Aptos Narrow"/>
                        </a:rPr>
                        <a:t> å </a:t>
                      </a:r>
                      <a:r>
                        <a:rPr lang="en-US" sz="1100" b="0" i="0" u="none" strike="noStrike" err="1">
                          <a:solidFill>
                            <a:srgbClr val="000000"/>
                          </a:solidFill>
                          <a:effectLst/>
                          <a:latin typeface="Aptos Narrow"/>
                        </a:rPr>
                        <a:t>komme</a:t>
                      </a:r>
                      <a:r>
                        <a:rPr lang="en-US" sz="1100" b="0" i="0" u="none" strike="noStrike">
                          <a:solidFill>
                            <a:srgbClr val="000000"/>
                          </a:solidFill>
                          <a:effectLst/>
                          <a:latin typeface="Aptos Narrow"/>
                        </a:rPr>
                        <a:t> med </a:t>
                      </a:r>
                      <a:r>
                        <a:rPr lang="en-US" sz="1100" b="0" i="0" u="none" strike="noStrike" err="1">
                          <a:solidFill>
                            <a:srgbClr val="000000"/>
                          </a:solidFill>
                          <a:effectLst/>
                          <a:latin typeface="Aptos Narrow"/>
                        </a:rPr>
                        <a:t>noe</a:t>
                      </a:r>
                      <a:r>
                        <a:rPr lang="en-US" sz="1100" b="0" i="0" u="none" strike="noStrike">
                          <a:solidFill>
                            <a:srgbClr val="000000"/>
                          </a:solidFill>
                          <a:effectLst/>
                          <a:latin typeface="Aptos Narrow"/>
                        </a:rPr>
                        <a:t> "input" </a:t>
                      </a:r>
                      <a:r>
                        <a:rPr lang="en-US" sz="1100" b="0" i="0" u="none" strike="noStrike" err="1">
                          <a:solidFill>
                            <a:srgbClr val="000000"/>
                          </a:solidFill>
                          <a:effectLst/>
                          <a:latin typeface="Aptos Narrow"/>
                        </a:rPr>
                        <a:t>nødvendigvis</a:t>
                      </a:r>
                      <a:r>
                        <a:rPr lang="en-US" sz="1100" b="0" i="0" u="none" strike="noStrike">
                          <a:solidFill>
                            <a:srgbClr val="000000"/>
                          </a:solidFill>
                          <a:effectLst/>
                          <a:latin typeface="Aptos Narrow"/>
                        </a:rPr>
                        <a:t>.</a:t>
                      </a:r>
                    </a:p>
                  </a:txBody>
                  <a:tcPr marL="9525" marR="9525" marT="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CCD5"/>
                    </a:solidFill>
                  </a:tcPr>
                </a:tc>
                <a:tc>
                  <a:txBody>
                    <a:bodyPr/>
                    <a:lstStyle/>
                    <a:p>
                      <a:pPr algn="l" fontAlgn="ctr"/>
                      <a:r>
                        <a:rPr lang="en-US" sz="1100" b="0" i="0" u="none" strike="noStrike" err="1">
                          <a:solidFill>
                            <a:srgbClr val="000000"/>
                          </a:solidFill>
                          <a:effectLst/>
                          <a:latin typeface="Aptos Narrow"/>
                        </a:rPr>
                        <a:t>Generelt</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øve</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på</a:t>
                      </a:r>
                      <a:r>
                        <a:rPr lang="en-US" sz="1100" b="0" i="0" u="none" strike="noStrike">
                          <a:solidFill>
                            <a:srgbClr val="000000"/>
                          </a:solidFill>
                          <a:effectLst/>
                          <a:latin typeface="Aptos Narrow"/>
                        </a:rPr>
                        <a:t> å </a:t>
                      </a:r>
                      <a:r>
                        <a:rPr lang="en-US" sz="1100" b="0" i="0" u="none" strike="noStrike" err="1">
                          <a:solidFill>
                            <a:srgbClr val="000000"/>
                          </a:solidFill>
                          <a:effectLst/>
                          <a:latin typeface="Aptos Narrow"/>
                        </a:rPr>
                        <a:t>samarbeide</a:t>
                      </a:r>
                      <a:r>
                        <a:rPr lang="en-US" sz="1100" b="0" i="0" u="none" strike="noStrike">
                          <a:solidFill>
                            <a:srgbClr val="000000"/>
                          </a:solidFill>
                          <a:effectLst/>
                          <a:latin typeface="Aptos Narrow"/>
                        </a:rPr>
                        <a:t> med </a:t>
                      </a:r>
                      <a:r>
                        <a:rPr lang="en-US" sz="1100" b="0" i="0" u="none" strike="noStrike" err="1">
                          <a:solidFill>
                            <a:srgbClr val="000000"/>
                          </a:solidFill>
                          <a:effectLst/>
                          <a:latin typeface="Aptos Narrow"/>
                        </a:rPr>
                        <a:t>andre</a:t>
                      </a:r>
                      <a:r>
                        <a:rPr lang="en-US" sz="1100" b="0" i="0" u="none" strike="noStrike">
                          <a:solidFill>
                            <a:srgbClr val="000000"/>
                          </a:solidFill>
                          <a:effectLst/>
                          <a:latin typeface="Aptos Narrow"/>
                        </a:rPr>
                        <a:t>, passer </a:t>
                      </a:r>
                      <a:r>
                        <a:rPr lang="en-US" sz="1100" b="0" i="0" u="none" strike="noStrike" err="1">
                          <a:solidFill>
                            <a:srgbClr val="000000"/>
                          </a:solidFill>
                          <a:effectLst/>
                          <a:latin typeface="Aptos Narrow"/>
                        </a:rPr>
                        <a:t>på</a:t>
                      </a:r>
                      <a:r>
                        <a:rPr lang="en-US" sz="1100" b="0" i="0" u="none" strike="noStrike">
                          <a:solidFill>
                            <a:srgbClr val="000000"/>
                          </a:solidFill>
                          <a:effectLst/>
                          <a:latin typeface="Aptos Narrow"/>
                        </a:rPr>
                        <a:t> at alle </a:t>
                      </a:r>
                      <a:r>
                        <a:rPr lang="en-US" sz="1100" b="0" i="0" u="none" strike="noStrike" err="1">
                          <a:solidFill>
                            <a:srgbClr val="000000"/>
                          </a:solidFill>
                          <a:effectLst/>
                          <a:latin typeface="Aptos Narrow"/>
                        </a:rPr>
                        <a:t>får</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gitt</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sitt</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perspektiv</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og</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kommet</a:t>
                      </a:r>
                      <a:r>
                        <a:rPr lang="en-US" sz="1100" b="0" i="0" u="none" strike="noStrike">
                          <a:solidFill>
                            <a:srgbClr val="000000"/>
                          </a:solidFill>
                          <a:effectLst/>
                          <a:latin typeface="Aptos Narrow"/>
                        </a:rPr>
                        <a:t> med sin </a:t>
                      </a:r>
                      <a:r>
                        <a:rPr lang="en-US" sz="1100" b="0" i="0" u="none" strike="noStrike" err="1">
                          <a:solidFill>
                            <a:srgbClr val="000000"/>
                          </a:solidFill>
                          <a:effectLst/>
                          <a:latin typeface="Aptos Narrow"/>
                        </a:rPr>
                        <a:t>mening</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Lære</a:t>
                      </a:r>
                      <a:r>
                        <a:rPr lang="en-US" sz="1100" b="0" i="0" u="none" strike="noStrike">
                          <a:solidFill>
                            <a:srgbClr val="000000"/>
                          </a:solidFill>
                          <a:effectLst/>
                          <a:latin typeface="Aptos Narrow"/>
                        </a:rPr>
                        <a:t> nye ting.</a:t>
                      </a:r>
                    </a:p>
                  </a:txBody>
                  <a:tcPr marL="9525" marR="9525" marT="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FFD6"/>
                    </a:solidFill>
                  </a:tcPr>
                </a:tc>
                <a:tc>
                  <a:txBody>
                    <a:bodyPr/>
                    <a:lstStyle/>
                    <a:p>
                      <a:pPr algn="l" fontAlgn="ctr"/>
                      <a:r>
                        <a:rPr lang="en-US" sz="1100" b="0" i="0" u="none" strike="noStrike" err="1">
                          <a:solidFill>
                            <a:srgbClr val="000000"/>
                          </a:solidFill>
                          <a:effectLst/>
                          <a:latin typeface="Aptos Narrow"/>
                        </a:rPr>
                        <a:t>Må</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komme</a:t>
                      </a:r>
                      <a:r>
                        <a:rPr lang="en-US" sz="1100" b="0" i="0" u="none" strike="noStrike">
                          <a:solidFill>
                            <a:srgbClr val="000000"/>
                          </a:solidFill>
                          <a:effectLst/>
                          <a:latin typeface="Aptos Narrow"/>
                        </a:rPr>
                        <a:t> med </a:t>
                      </a:r>
                      <a:r>
                        <a:rPr lang="en-US" sz="1100" b="0" i="0" u="none" strike="noStrike" err="1">
                          <a:solidFill>
                            <a:srgbClr val="000000"/>
                          </a:solidFill>
                          <a:effectLst/>
                          <a:latin typeface="Aptos Narrow"/>
                        </a:rPr>
                        <a:t>innspill</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selv</a:t>
                      </a:r>
                      <a:r>
                        <a:rPr lang="en-US" sz="1100" b="0" i="0" u="none" strike="noStrike">
                          <a:solidFill>
                            <a:srgbClr val="000000"/>
                          </a:solidFill>
                          <a:effectLst/>
                          <a:latin typeface="Aptos Narrow"/>
                        </a:rPr>
                        <a:t> om "alt </a:t>
                      </a:r>
                      <a:r>
                        <a:rPr lang="en-US" sz="1100" b="0" i="0" u="none" strike="noStrike" err="1">
                          <a:solidFill>
                            <a:srgbClr val="000000"/>
                          </a:solidFill>
                          <a:effectLst/>
                          <a:latin typeface="Aptos Narrow"/>
                        </a:rPr>
                        <a:t>går</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på</a:t>
                      </a:r>
                      <a:r>
                        <a:rPr lang="en-US" sz="1100" b="0" i="0" u="none" strike="noStrike">
                          <a:solidFill>
                            <a:srgbClr val="000000"/>
                          </a:solidFill>
                          <a:effectLst/>
                          <a:latin typeface="Aptos Narrow"/>
                        </a:rPr>
                        <a:t> skinner" bare </a:t>
                      </a:r>
                      <a:r>
                        <a:rPr lang="en-US" sz="1100" b="0" i="0" u="none" strike="noStrike" err="1">
                          <a:solidFill>
                            <a:srgbClr val="000000"/>
                          </a:solidFill>
                          <a:effectLst/>
                          <a:latin typeface="Aptos Narrow"/>
                        </a:rPr>
                        <a:t>fordi</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jeg</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tror</a:t>
                      </a:r>
                      <a:r>
                        <a:rPr lang="en-US" sz="1100" b="0" i="0" u="none" strike="noStrike">
                          <a:solidFill>
                            <a:srgbClr val="000000"/>
                          </a:solidFill>
                          <a:effectLst/>
                          <a:latin typeface="Aptos Narrow"/>
                        </a:rPr>
                        <a:t> det er </a:t>
                      </a:r>
                      <a:r>
                        <a:rPr lang="en-US" sz="1100" b="0" i="0" u="none" strike="noStrike" err="1">
                          <a:solidFill>
                            <a:srgbClr val="000000"/>
                          </a:solidFill>
                          <a:effectLst/>
                          <a:latin typeface="Aptos Narrow"/>
                        </a:rPr>
                        <a:t>viktig</a:t>
                      </a:r>
                      <a:r>
                        <a:rPr lang="en-US" sz="1100" b="0" i="0" u="none" strike="noStrike">
                          <a:solidFill>
                            <a:srgbClr val="000000"/>
                          </a:solidFill>
                          <a:effectLst/>
                          <a:latin typeface="Aptos Narrow"/>
                        </a:rPr>
                        <a:t> å </a:t>
                      </a:r>
                      <a:r>
                        <a:rPr lang="en-US" sz="1100" b="0" i="0" u="none" strike="noStrike" err="1">
                          <a:solidFill>
                            <a:srgbClr val="000000"/>
                          </a:solidFill>
                          <a:effectLst/>
                          <a:latin typeface="Aptos Narrow"/>
                        </a:rPr>
                        <a:t>høre</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fra</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flere</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perspektiv</a:t>
                      </a:r>
                      <a:r>
                        <a:rPr lang="en-US" sz="1100" b="0" i="0" u="none" strike="noStrike">
                          <a:solidFill>
                            <a:srgbClr val="000000"/>
                          </a:solidFill>
                          <a:effectLst/>
                          <a:latin typeface="Aptos Narrow"/>
                        </a:rPr>
                        <a:t> i gruppearbeid.</a:t>
                      </a:r>
                      <a:endParaRPr lang="en-US" sz="1100" b="0" i="0" u="none" strike="noStrike" err="1">
                        <a:solidFill>
                          <a:srgbClr val="000000"/>
                        </a:solidFill>
                        <a:effectLst/>
                        <a:latin typeface="Aptos Narrow"/>
                      </a:endParaRPr>
                    </a:p>
                  </a:txBody>
                  <a:tcPr marL="9525" marR="9525" marT="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4138952963"/>
                  </a:ext>
                </a:extLst>
              </a:tr>
              <a:tr h="2877547">
                <a:tc>
                  <a:txBody>
                    <a:bodyPr/>
                    <a:lstStyle/>
                    <a:p>
                      <a:pPr algn="ctr" fontAlgn="ctr"/>
                      <a:r>
                        <a:rPr lang="en-US" sz="1100" b="0" i="0" u="none" strike="noStrike">
                          <a:solidFill>
                            <a:srgbClr val="000000"/>
                          </a:solidFill>
                          <a:effectLst/>
                          <a:latin typeface="Aptos Narrow"/>
                        </a:rPr>
                        <a:t>Kenneth</a:t>
                      </a:r>
                    </a:p>
                  </a:txBody>
                  <a:tcPr marL="9525" marR="9525" marT="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l" fontAlgn="ctr"/>
                      <a:r>
                        <a:rPr lang="en-US" sz="1100" b="0" i="0" u="none" strike="noStrike">
                          <a:solidFill>
                            <a:srgbClr val="000000"/>
                          </a:solidFill>
                          <a:effectLst/>
                          <a:latin typeface="Aptos Narrow"/>
                        </a:rPr>
                        <a:t>Kreativ, lang </a:t>
                      </a:r>
                      <a:r>
                        <a:rPr lang="en-US" sz="1100" b="0" i="0" u="none" strike="noStrike" err="1">
                          <a:solidFill>
                            <a:srgbClr val="000000"/>
                          </a:solidFill>
                          <a:effectLst/>
                          <a:latin typeface="Aptos Narrow"/>
                        </a:rPr>
                        <a:t>jobberfaring</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flink</a:t>
                      </a:r>
                      <a:r>
                        <a:rPr lang="en-US" sz="1100" b="0" i="0" u="none" strike="noStrike">
                          <a:solidFill>
                            <a:srgbClr val="000000"/>
                          </a:solidFill>
                          <a:effectLst/>
                          <a:latin typeface="Aptos Narrow"/>
                        </a:rPr>
                        <a:t> med</a:t>
                      </a:r>
                      <a:br>
                        <a:rPr lang="en-US" sz="1100" b="0" i="0" u="none" strike="noStrike">
                          <a:solidFill>
                            <a:srgbClr val="000000"/>
                          </a:solidFill>
                          <a:effectLst/>
                          <a:latin typeface="Aptos Narrow"/>
                        </a:rPr>
                      </a:br>
                      <a:r>
                        <a:rPr lang="en-US" sz="1100" b="0" i="0" u="none" strike="noStrike">
                          <a:solidFill>
                            <a:srgbClr val="000000"/>
                          </a:solidFill>
                          <a:effectLst/>
                          <a:latin typeface="Aptos Narrow"/>
                        </a:rPr>
                        <a:t>folk/</a:t>
                      </a:r>
                      <a:r>
                        <a:rPr lang="en-US" sz="1100" b="0" i="0" u="none" strike="noStrike" err="1">
                          <a:solidFill>
                            <a:srgbClr val="000000"/>
                          </a:solidFill>
                          <a:effectLst/>
                          <a:latin typeface="Aptos Narrow"/>
                        </a:rPr>
                        <a:t>sosial</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kompetanse</a:t>
                      </a:r>
                      <a:r>
                        <a:rPr lang="en-US" sz="1100" b="0" i="0" u="none" strike="noStrike">
                          <a:solidFill>
                            <a:srgbClr val="000000"/>
                          </a:solidFill>
                          <a:effectLst/>
                          <a:latin typeface="Aptos Narrow"/>
                        </a:rPr>
                        <a:t>. Sette rammer, </a:t>
                      </a:r>
                      <a:r>
                        <a:rPr lang="en-US" sz="1100" b="0" i="0" u="none" strike="noStrike" err="1">
                          <a:solidFill>
                            <a:srgbClr val="000000"/>
                          </a:solidFill>
                          <a:effectLst/>
                          <a:latin typeface="Aptos Narrow"/>
                        </a:rPr>
                        <a:t>rund</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i</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kantene</a:t>
                      </a:r>
                      <a:r>
                        <a:rPr lang="en-US" sz="1100" b="0" i="0" u="none" strike="noStrike">
                          <a:solidFill>
                            <a:srgbClr val="000000"/>
                          </a:solidFill>
                          <a:effectLst/>
                          <a:latin typeface="Aptos Narrow"/>
                        </a:rPr>
                        <a:t>.</a:t>
                      </a:r>
                      <a:br>
                        <a:rPr lang="en-US" sz="1100" b="0" i="0" u="none" strike="noStrike">
                          <a:solidFill>
                            <a:srgbClr val="000000"/>
                          </a:solidFill>
                          <a:effectLst/>
                          <a:latin typeface="Aptos Narrow"/>
                        </a:rPr>
                      </a:br>
                      <a:r>
                        <a:rPr lang="en-US" sz="1100" b="0" i="0" u="none" strike="noStrike" err="1">
                          <a:solidFill>
                            <a:srgbClr val="000000"/>
                          </a:solidFill>
                          <a:effectLst/>
                          <a:latin typeface="Aptos Narrow"/>
                        </a:rPr>
                        <a:t>Ledererfaring</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positiv</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og</a:t>
                      </a:r>
                      <a:r>
                        <a:rPr lang="en-US" sz="1100" b="0" i="0" u="none" strike="noStrike">
                          <a:solidFill>
                            <a:srgbClr val="000000"/>
                          </a:solidFill>
                          <a:effectLst/>
                          <a:latin typeface="Aptos Narrow"/>
                        </a:rPr>
                        <a:t> </a:t>
                      </a:r>
                      <a:br>
                        <a:rPr lang="en-US" sz="1100" b="0" i="0" u="none" strike="noStrike">
                          <a:solidFill>
                            <a:srgbClr val="000000"/>
                          </a:solidFill>
                          <a:effectLst/>
                          <a:latin typeface="Aptos Narrow"/>
                        </a:rPr>
                      </a:br>
                      <a:r>
                        <a:rPr lang="en-US" sz="1100" b="0" i="0" u="none" strike="noStrike" err="1">
                          <a:solidFill>
                            <a:srgbClr val="000000"/>
                          </a:solidFill>
                          <a:effectLst/>
                          <a:latin typeface="Aptos Narrow"/>
                        </a:rPr>
                        <a:t>lærevillig</a:t>
                      </a:r>
                      <a:r>
                        <a:rPr lang="en-US" sz="1100" b="0" i="0" u="none" strike="noStrike">
                          <a:solidFill>
                            <a:srgbClr val="000000"/>
                          </a:solidFill>
                          <a:effectLst/>
                          <a:latin typeface="Aptos Narrow"/>
                        </a:rPr>
                        <a:t>. God </a:t>
                      </a:r>
                      <a:r>
                        <a:rPr lang="en-US" sz="1100" b="0" i="0" u="none" strike="noStrike" err="1">
                          <a:solidFill>
                            <a:srgbClr val="000000"/>
                          </a:solidFill>
                          <a:effectLst/>
                          <a:latin typeface="Aptos Narrow"/>
                        </a:rPr>
                        <a:t>på</a:t>
                      </a:r>
                      <a:r>
                        <a:rPr lang="en-US" sz="1100" b="0" i="0" u="none" strike="noStrike">
                          <a:solidFill>
                            <a:srgbClr val="000000"/>
                          </a:solidFill>
                          <a:effectLst/>
                          <a:latin typeface="Aptos Narrow"/>
                        </a:rPr>
                        <a:t> å </a:t>
                      </a:r>
                      <a:br>
                        <a:rPr lang="en-US" sz="1100" b="0" i="0" u="none" strike="noStrike">
                          <a:solidFill>
                            <a:srgbClr val="000000"/>
                          </a:solidFill>
                          <a:effectLst/>
                          <a:latin typeface="Aptos Narrow"/>
                        </a:rPr>
                      </a:br>
                      <a:r>
                        <a:rPr lang="en-US" sz="1100" b="0" i="0" u="none" strike="noStrike" err="1">
                          <a:solidFill>
                            <a:srgbClr val="000000"/>
                          </a:solidFill>
                          <a:effectLst/>
                          <a:latin typeface="Aptos Narrow"/>
                        </a:rPr>
                        <a:t>lære</a:t>
                      </a:r>
                      <a:r>
                        <a:rPr lang="en-US" sz="1100" b="0" i="0" u="none" strike="noStrike">
                          <a:solidFill>
                            <a:srgbClr val="000000"/>
                          </a:solidFill>
                          <a:effectLst/>
                          <a:latin typeface="Aptos Narrow"/>
                        </a:rPr>
                        <a:t> bort ting </a:t>
                      </a:r>
                      <a:r>
                        <a:rPr lang="en-US" sz="1100" b="0" i="0" u="none" strike="noStrike" err="1">
                          <a:solidFill>
                            <a:srgbClr val="000000"/>
                          </a:solidFill>
                          <a:effectLst/>
                          <a:latin typeface="Aptos Narrow"/>
                        </a:rPr>
                        <a:t>jeg</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kan</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godt</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selv</a:t>
                      </a:r>
                      <a:r>
                        <a:rPr lang="en-US" sz="1100" b="0" i="0" u="none" strike="noStrike">
                          <a:solidFill>
                            <a:srgbClr val="000000"/>
                          </a:solidFill>
                          <a:effectLst/>
                          <a:latin typeface="Aptos Narrow"/>
                        </a:rPr>
                        <a:t>.</a:t>
                      </a:r>
                      <a:br>
                        <a:rPr lang="en-US" sz="1100" b="0" i="0" u="none" strike="noStrike">
                          <a:solidFill>
                            <a:srgbClr val="000000"/>
                          </a:solidFill>
                          <a:effectLst/>
                          <a:latin typeface="Aptos Narrow"/>
                        </a:rPr>
                      </a:br>
                      <a:r>
                        <a:rPr lang="en-US" sz="1100" b="0" i="0" u="none" strike="noStrike">
                          <a:solidFill>
                            <a:srgbClr val="000000"/>
                          </a:solidFill>
                          <a:effectLst/>
                          <a:latin typeface="Aptos Narrow"/>
                        </a:rPr>
                        <a:t>Ikke </a:t>
                      </a:r>
                      <a:r>
                        <a:rPr lang="en-US" sz="1100" b="0" i="0" u="none" strike="noStrike" err="1">
                          <a:solidFill>
                            <a:srgbClr val="000000"/>
                          </a:solidFill>
                          <a:effectLst/>
                          <a:latin typeface="Aptos Narrow"/>
                        </a:rPr>
                        <a:t>redd</a:t>
                      </a:r>
                      <a:r>
                        <a:rPr lang="en-US" sz="1100" b="0" i="0" u="none" strike="noStrike">
                          <a:solidFill>
                            <a:srgbClr val="000000"/>
                          </a:solidFill>
                          <a:effectLst/>
                          <a:latin typeface="Aptos Narrow"/>
                        </a:rPr>
                        <a:t> for å ta </a:t>
                      </a:r>
                      <a:r>
                        <a:rPr lang="en-US" sz="1100" b="0" i="0" u="none" strike="noStrike" err="1">
                          <a:solidFill>
                            <a:srgbClr val="000000"/>
                          </a:solidFill>
                          <a:effectLst/>
                          <a:latin typeface="Aptos Narrow"/>
                        </a:rPr>
                        <a:t>beslutninger</a:t>
                      </a:r>
                      <a:r>
                        <a:rPr lang="en-US" sz="1100" b="0" i="0" u="none" strike="noStrike">
                          <a:solidFill>
                            <a:srgbClr val="000000"/>
                          </a:solidFill>
                          <a:effectLst/>
                          <a:latin typeface="Aptos Narrow"/>
                        </a:rPr>
                        <a:t>,</a:t>
                      </a:r>
                      <a:br>
                        <a:rPr lang="en-US" sz="1100" b="0" i="0" u="none" strike="noStrike">
                          <a:solidFill>
                            <a:srgbClr val="000000"/>
                          </a:solidFill>
                          <a:effectLst/>
                          <a:latin typeface="Aptos Narrow"/>
                        </a:rPr>
                      </a:br>
                      <a:r>
                        <a:rPr lang="en-US" sz="1100" b="0" i="0" u="none" strike="noStrike">
                          <a:solidFill>
                            <a:srgbClr val="000000"/>
                          </a:solidFill>
                          <a:effectLst/>
                          <a:latin typeface="Aptos Narrow"/>
                        </a:rPr>
                        <a:t>glad </a:t>
                      </a:r>
                      <a:r>
                        <a:rPr lang="en-US" sz="1100" b="0" i="0" u="none" strike="noStrike" err="1">
                          <a:solidFill>
                            <a:srgbClr val="000000"/>
                          </a:solidFill>
                          <a:effectLst/>
                          <a:latin typeface="Aptos Narrow"/>
                        </a:rPr>
                        <a:t>i</a:t>
                      </a:r>
                      <a:r>
                        <a:rPr lang="en-US" sz="1100" b="0" i="0" u="none" strike="noStrike">
                          <a:solidFill>
                            <a:srgbClr val="000000"/>
                          </a:solidFill>
                          <a:effectLst/>
                          <a:latin typeface="Aptos Narrow"/>
                        </a:rPr>
                        <a:t> å </a:t>
                      </a:r>
                      <a:r>
                        <a:rPr lang="en-US" sz="1100" b="0" i="0" u="none" strike="noStrike" err="1">
                          <a:solidFill>
                            <a:srgbClr val="000000"/>
                          </a:solidFill>
                          <a:effectLst/>
                          <a:latin typeface="Aptos Narrow"/>
                        </a:rPr>
                        <a:t>improvisere</a:t>
                      </a:r>
                      <a:r>
                        <a:rPr lang="en-US" sz="1100" b="0" i="0" u="none" strike="noStrike">
                          <a:solidFill>
                            <a:srgbClr val="000000"/>
                          </a:solidFill>
                          <a:effectLst/>
                          <a:latin typeface="Aptos Narrow"/>
                        </a:rPr>
                        <a:t>. </a:t>
                      </a:r>
                      <a:br>
                        <a:rPr lang="en-US" sz="1100" b="0" i="0" u="none" strike="noStrike">
                          <a:solidFill>
                            <a:srgbClr val="000000"/>
                          </a:solidFill>
                          <a:effectLst/>
                          <a:latin typeface="Aptos Narrow"/>
                        </a:rPr>
                      </a:br>
                      <a:r>
                        <a:rPr lang="en-US" sz="1100" b="0" i="0" u="none" strike="noStrike" err="1">
                          <a:solidFill>
                            <a:srgbClr val="000000"/>
                          </a:solidFill>
                          <a:effectLst/>
                          <a:latin typeface="Aptos Narrow"/>
                        </a:rPr>
                        <a:t>Scenevant</a:t>
                      </a:r>
                      <a:r>
                        <a:rPr lang="en-US" sz="1100" b="0" i="0" u="none" strike="noStrike">
                          <a:solidFill>
                            <a:srgbClr val="000000"/>
                          </a:solidFill>
                          <a:effectLst/>
                          <a:latin typeface="Aptos Narrow"/>
                        </a:rPr>
                        <a:t>.  Kan </a:t>
                      </a:r>
                      <a:r>
                        <a:rPr lang="en-US" sz="1100" b="0" i="0" u="none" strike="noStrike" err="1">
                          <a:solidFill>
                            <a:srgbClr val="000000"/>
                          </a:solidFill>
                          <a:effectLst/>
                          <a:latin typeface="Aptos Narrow"/>
                        </a:rPr>
                        <a:t>tegne</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litt</a:t>
                      </a:r>
                      <a:r>
                        <a:rPr lang="en-US" sz="1100" b="0" i="0" u="none" strike="noStrike">
                          <a:solidFill>
                            <a:srgbClr val="000000"/>
                          </a:solidFill>
                          <a:effectLst/>
                          <a:latin typeface="Aptos Narrow"/>
                        </a:rPr>
                        <a:t>. Glad </a:t>
                      </a:r>
                      <a:r>
                        <a:rPr lang="en-US" sz="1100" b="0" i="0" u="none" strike="noStrike" err="1">
                          <a:solidFill>
                            <a:srgbClr val="000000"/>
                          </a:solidFill>
                          <a:effectLst/>
                          <a:latin typeface="Aptos Narrow"/>
                        </a:rPr>
                        <a:t>i</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sunne</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diskusjoner</a:t>
                      </a:r>
                      <a:r>
                        <a:rPr lang="en-US" sz="1100" b="0" i="0" u="none" strike="noStrike">
                          <a:solidFill>
                            <a:srgbClr val="000000"/>
                          </a:solidFill>
                          <a:effectLst/>
                          <a:latin typeface="Aptos Narrow"/>
                        </a:rPr>
                        <a:t> om alt </a:t>
                      </a:r>
                      <a:r>
                        <a:rPr lang="en-US" sz="1100" b="0" i="0" u="none" strike="noStrike" err="1">
                          <a:solidFill>
                            <a:srgbClr val="000000"/>
                          </a:solidFill>
                          <a:effectLst/>
                          <a:latin typeface="Aptos Narrow"/>
                        </a:rPr>
                        <a:t>mulig</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Prøver</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alltid</a:t>
                      </a:r>
                      <a:r>
                        <a:rPr lang="en-US" sz="1100" b="0" i="0" u="none" strike="noStrike">
                          <a:solidFill>
                            <a:srgbClr val="000000"/>
                          </a:solidFill>
                          <a:effectLst/>
                          <a:latin typeface="Aptos Narrow"/>
                        </a:rPr>
                        <a:t> å se ting </a:t>
                      </a:r>
                      <a:r>
                        <a:rPr lang="en-US" sz="1100" b="0" i="0" u="none" strike="noStrike" err="1">
                          <a:solidFill>
                            <a:srgbClr val="000000"/>
                          </a:solidFill>
                          <a:effectLst/>
                          <a:latin typeface="Aptos Narrow"/>
                        </a:rPr>
                        <a:t>fra</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andres</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perspektiv</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også</a:t>
                      </a:r>
                      <a:r>
                        <a:rPr lang="en-US" sz="1100" b="0" i="0" u="none" strike="noStrike">
                          <a:solidFill>
                            <a:srgbClr val="000000"/>
                          </a:solidFill>
                          <a:effectLst/>
                          <a:latin typeface="Aptos Narrow"/>
                        </a:rPr>
                        <a:t>.</a:t>
                      </a:r>
                    </a:p>
                  </a:txBody>
                  <a:tcPr marL="9525" marR="9525" marT="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ctr"/>
                      <a:r>
                        <a:rPr lang="en-US" sz="1100" b="0" i="0" u="none" strike="noStrike" err="1">
                          <a:solidFill>
                            <a:srgbClr val="000000"/>
                          </a:solidFill>
                          <a:effectLst/>
                          <a:latin typeface="Aptos Narrow"/>
                        </a:rPr>
                        <a:t>Vimsete</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uorganisert</a:t>
                      </a:r>
                      <a:r>
                        <a:rPr lang="en-US" sz="1100" b="0" i="0" u="none" strike="noStrike">
                          <a:solidFill>
                            <a:srgbClr val="000000"/>
                          </a:solidFill>
                          <a:effectLst/>
                          <a:latin typeface="Aptos Narrow"/>
                        </a:rPr>
                        <a:t>. </a:t>
                      </a:r>
                      <a:br>
                        <a:rPr lang="en-US" sz="1100" b="0" i="0" u="none" strike="noStrike">
                          <a:solidFill>
                            <a:srgbClr val="000000"/>
                          </a:solidFill>
                          <a:effectLst/>
                          <a:latin typeface="Aptos Narrow"/>
                        </a:rPr>
                      </a:br>
                      <a:r>
                        <a:rPr lang="en-US" sz="1100" b="0" i="0" u="none" strike="noStrike">
                          <a:solidFill>
                            <a:srgbClr val="000000"/>
                          </a:solidFill>
                          <a:effectLst/>
                          <a:latin typeface="Aptos Narrow"/>
                        </a:rPr>
                        <a:t>Ikke </a:t>
                      </a:r>
                      <a:r>
                        <a:rPr lang="en-US" sz="1100" b="0" i="0" u="none" strike="noStrike" err="1">
                          <a:solidFill>
                            <a:srgbClr val="000000"/>
                          </a:solidFill>
                          <a:effectLst/>
                          <a:latin typeface="Aptos Narrow"/>
                        </a:rPr>
                        <a:t>så</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faglig</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sterk</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i</a:t>
                      </a:r>
                      <a:r>
                        <a:rPr lang="en-US" sz="1100" b="0" i="0" u="none" strike="noStrike">
                          <a:solidFill>
                            <a:srgbClr val="000000"/>
                          </a:solidFill>
                          <a:effectLst/>
                          <a:latin typeface="Aptos Narrow"/>
                        </a:rPr>
                        <a:t> PRG </a:t>
                      </a:r>
                      <a:br>
                        <a:rPr lang="en-US" sz="1100" b="0" i="0" u="none" strike="noStrike">
                          <a:solidFill>
                            <a:srgbClr val="000000"/>
                          </a:solidFill>
                          <a:effectLst/>
                          <a:latin typeface="Aptos Narrow"/>
                        </a:rPr>
                      </a:br>
                      <a:r>
                        <a:rPr lang="en-US" sz="1100" b="0" i="0" u="none" strike="noStrike" err="1">
                          <a:solidFill>
                            <a:srgbClr val="000000"/>
                          </a:solidFill>
                          <a:effectLst/>
                          <a:latin typeface="Aptos Narrow"/>
                        </a:rPr>
                        <a:t>eller</a:t>
                      </a:r>
                      <a:r>
                        <a:rPr lang="en-US" sz="1100" b="0" i="0" u="none" strike="noStrike">
                          <a:solidFill>
                            <a:srgbClr val="000000"/>
                          </a:solidFill>
                          <a:effectLst/>
                          <a:latin typeface="Aptos Narrow"/>
                        </a:rPr>
                        <a:t> database. </a:t>
                      </a:r>
                      <a:r>
                        <a:rPr lang="en-US" sz="1100" b="0" i="0" u="none" strike="noStrike" err="1">
                          <a:solidFill>
                            <a:srgbClr val="000000"/>
                          </a:solidFill>
                          <a:effectLst/>
                          <a:latin typeface="Aptos Narrow"/>
                        </a:rPr>
                        <a:t>Dårlig</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på</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konflikter</a:t>
                      </a:r>
                      <a:r>
                        <a:rPr lang="en-US" sz="1100" b="0" i="0" u="none" strike="noStrike">
                          <a:solidFill>
                            <a:srgbClr val="000000"/>
                          </a:solidFill>
                          <a:effectLst/>
                          <a:latin typeface="Aptos Narrow"/>
                        </a:rPr>
                        <a:t>,</a:t>
                      </a:r>
                      <a:br>
                        <a:rPr lang="en-US" sz="1100" b="0" i="0" u="none" strike="noStrike">
                          <a:solidFill>
                            <a:srgbClr val="000000"/>
                          </a:solidFill>
                          <a:effectLst/>
                          <a:latin typeface="Aptos Narrow"/>
                        </a:rPr>
                      </a:br>
                      <a:r>
                        <a:rPr lang="en-US" sz="1100" b="0" i="0" u="none" strike="noStrike" err="1">
                          <a:solidFill>
                            <a:srgbClr val="000000"/>
                          </a:solidFill>
                          <a:effectLst/>
                          <a:latin typeface="Aptos Narrow"/>
                        </a:rPr>
                        <a:t>konfliktsky</a:t>
                      </a:r>
                      <a:r>
                        <a:rPr lang="en-US" sz="1100" b="0" i="0" u="none" strike="noStrike">
                          <a:solidFill>
                            <a:srgbClr val="000000"/>
                          </a:solidFill>
                          <a:effectLst/>
                          <a:latin typeface="Aptos Narrow"/>
                        </a:rPr>
                        <a:t>. Lang </a:t>
                      </a:r>
                      <a:r>
                        <a:rPr lang="en-US" sz="1100" b="0" i="0" u="none" strike="noStrike" err="1">
                          <a:solidFill>
                            <a:srgbClr val="000000"/>
                          </a:solidFill>
                          <a:effectLst/>
                          <a:latin typeface="Aptos Narrow"/>
                        </a:rPr>
                        <a:t>lunte</a:t>
                      </a:r>
                      <a:r>
                        <a:rPr lang="en-US" sz="1100" b="0" i="0" u="none" strike="noStrike">
                          <a:solidFill>
                            <a:srgbClr val="000000"/>
                          </a:solidFill>
                          <a:effectLst/>
                          <a:latin typeface="Aptos Narrow"/>
                        </a:rPr>
                        <a:t>, men </a:t>
                      </a:r>
                      <a:r>
                        <a:rPr lang="en-US" sz="1100" b="0" i="0" u="none" strike="noStrike" err="1">
                          <a:solidFill>
                            <a:srgbClr val="000000"/>
                          </a:solidFill>
                          <a:effectLst/>
                          <a:latin typeface="Aptos Narrow"/>
                        </a:rPr>
                        <a:t>ikke</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vær</a:t>
                      </a:r>
                      <a:br>
                        <a:rPr lang="en-US" sz="1100" b="0" i="0" u="none" strike="noStrike">
                          <a:solidFill>
                            <a:srgbClr val="000000"/>
                          </a:solidFill>
                          <a:effectLst/>
                          <a:latin typeface="Aptos Narrow"/>
                        </a:rPr>
                      </a:br>
                      <a:r>
                        <a:rPr lang="en-US" sz="1100" b="0" i="0" u="none" strike="noStrike">
                          <a:solidFill>
                            <a:srgbClr val="000000"/>
                          </a:solidFill>
                          <a:effectLst/>
                          <a:latin typeface="Aptos Narrow"/>
                        </a:rPr>
                        <a:t>der </a:t>
                      </a:r>
                      <a:r>
                        <a:rPr lang="en-US" sz="1100" b="0" i="0" u="none" strike="noStrike" err="1">
                          <a:solidFill>
                            <a:srgbClr val="000000"/>
                          </a:solidFill>
                          <a:effectLst/>
                          <a:latin typeface="Aptos Narrow"/>
                        </a:rPr>
                        <a:t>når</a:t>
                      </a:r>
                      <a:r>
                        <a:rPr lang="en-US" sz="1100" b="0" i="0" u="none" strike="noStrike">
                          <a:solidFill>
                            <a:srgbClr val="000000"/>
                          </a:solidFill>
                          <a:effectLst/>
                          <a:latin typeface="Aptos Narrow"/>
                        </a:rPr>
                        <a:t> det smeller. </a:t>
                      </a:r>
                      <a:br>
                        <a:rPr lang="en-US" sz="1100" b="0" i="0" u="none" strike="noStrike">
                          <a:solidFill>
                            <a:srgbClr val="000000"/>
                          </a:solidFill>
                          <a:effectLst/>
                          <a:latin typeface="Aptos Narrow"/>
                        </a:rPr>
                      </a:br>
                      <a:r>
                        <a:rPr lang="en-US" sz="1100" b="0" i="0" u="none" strike="noStrike" err="1">
                          <a:solidFill>
                            <a:srgbClr val="000000"/>
                          </a:solidFill>
                          <a:effectLst/>
                          <a:latin typeface="Aptos Narrow"/>
                        </a:rPr>
                        <a:t>Trøtt</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på</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morningen</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bruker</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tid</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på</a:t>
                      </a:r>
                      <a:r>
                        <a:rPr lang="en-US" sz="1100" b="0" i="0" u="none" strike="noStrike">
                          <a:solidFill>
                            <a:srgbClr val="000000"/>
                          </a:solidFill>
                          <a:effectLst/>
                          <a:latin typeface="Aptos Narrow"/>
                        </a:rPr>
                        <a:t> å </a:t>
                      </a:r>
                      <a:br>
                        <a:rPr lang="en-US" sz="1100" b="0" i="0" u="none" strike="noStrike">
                          <a:solidFill>
                            <a:srgbClr val="000000"/>
                          </a:solidFill>
                          <a:effectLst/>
                          <a:latin typeface="Aptos Narrow"/>
                        </a:rPr>
                      </a:br>
                      <a:r>
                        <a:rPr lang="en-US" sz="1100" b="0" i="0" u="none" strike="noStrike" err="1">
                          <a:solidFill>
                            <a:srgbClr val="000000"/>
                          </a:solidFill>
                          <a:effectLst/>
                          <a:latin typeface="Aptos Narrow"/>
                        </a:rPr>
                        <a:t>komme</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i</a:t>
                      </a:r>
                      <a:r>
                        <a:rPr lang="en-US" sz="1100" b="0" i="0" u="none" strike="noStrike">
                          <a:solidFill>
                            <a:srgbClr val="000000"/>
                          </a:solidFill>
                          <a:effectLst/>
                          <a:latin typeface="Aptos Narrow"/>
                        </a:rPr>
                        <a:t> gang. Kan </a:t>
                      </a:r>
                      <a:r>
                        <a:rPr lang="en-US" sz="1100" b="0" i="0" u="none" strike="noStrike" err="1">
                          <a:solidFill>
                            <a:srgbClr val="000000"/>
                          </a:solidFill>
                          <a:effectLst/>
                          <a:latin typeface="Aptos Narrow"/>
                        </a:rPr>
                        <a:t>fungere</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dårlig</a:t>
                      </a:r>
                      <a:br>
                        <a:rPr lang="en-US" sz="1100" b="0" i="0" u="none" strike="noStrike">
                          <a:solidFill>
                            <a:srgbClr val="000000"/>
                          </a:solidFill>
                          <a:effectLst/>
                          <a:latin typeface="Aptos Narrow"/>
                        </a:rPr>
                      </a:br>
                      <a:r>
                        <a:rPr lang="en-US" sz="1100" b="0" i="0" u="none" strike="noStrike" err="1">
                          <a:solidFill>
                            <a:srgbClr val="000000"/>
                          </a:solidFill>
                          <a:effectLst/>
                          <a:latin typeface="Aptos Narrow"/>
                        </a:rPr>
                        <a:t>hvis</a:t>
                      </a:r>
                      <a:r>
                        <a:rPr lang="en-US" sz="1100" b="0" i="0" u="none" strike="noStrike">
                          <a:solidFill>
                            <a:srgbClr val="000000"/>
                          </a:solidFill>
                          <a:effectLst/>
                          <a:latin typeface="Aptos Narrow"/>
                        </a:rPr>
                        <a:t> det er </a:t>
                      </a:r>
                      <a:r>
                        <a:rPr lang="en-US" sz="1100" b="0" i="0" u="none" strike="noStrike" err="1">
                          <a:solidFill>
                            <a:srgbClr val="000000"/>
                          </a:solidFill>
                          <a:effectLst/>
                          <a:latin typeface="Aptos Narrow"/>
                        </a:rPr>
                        <a:t>dårlig</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strukturerte</a:t>
                      </a:r>
                      <a:r>
                        <a:rPr lang="en-US" sz="1100" b="0" i="0" u="none" strike="noStrike">
                          <a:solidFill>
                            <a:srgbClr val="000000"/>
                          </a:solidFill>
                          <a:effectLst/>
                          <a:latin typeface="Aptos Narrow"/>
                        </a:rPr>
                        <a:t>/</a:t>
                      </a:r>
                      <a:r>
                        <a:rPr lang="en-US" sz="1100" b="0" i="0" u="none" strike="noStrike" err="1">
                          <a:solidFill>
                            <a:srgbClr val="000000"/>
                          </a:solidFill>
                          <a:effectLst/>
                          <a:latin typeface="Aptos Narrow"/>
                        </a:rPr>
                        <a:t>åpne</a:t>
                      </a:r>
                      <a:br>
                        <a:rPr lang="en-US" sz="1100" b="0" i="0" u="none" strike="noStrike">
                          <a:solidFill>
                            <a:srgbClr val="000000"/>
                          </a:solidFill>
                          <a:effectLst/>
                          <a:latin typeface="Aptos Narrow"/>
                        </a:rPr>
                      </a:br>
                      <a:r>
                        <a:rPr lang="en-US" sz="1100" b="0" i="0" u="none" strike="noStrike" err="1">
                          <a:solidFill>
                            <a:srgbClr val="000000"/>
                          </a:solidFill>
                          <a:effectLst/>
                          <a:latin typeface="Aptos Narrow"/>
                        </a:rPr>
                        <a:t>gruppeoppgaver</a:t>
                      </a:r>
                      <a:r>
                        <a:rPr lang="en-US" sz="1100" b="0" i="0" u="none" strike="noStrike">
                          <a:solidFill>
                            <a:srgbClr val="000000"/>
                          </a:solidFill>
                          <a:effectLst/>
                          <a:latin typeface="Aptos Narrow"/>
                        </a:rPr>
                        <a:t>. Kan </a:t>
                      </a:r>
                      <a:r>
                        <a:rPr lang="en-US" sz="1100" b="0" i="0" u="none" strike="noStrike" err="1">
                          <a:solidFill>
                            <a:srgbClr val="000000"/>
                          </a:solidFill>
                          <a:effectLst/>
                          <a:latin typeface="Aptos Narrow"/>
                        </a:rPr>
                        <a:t>slite</a:t>
                      </a:r>
                      <a:r>
                        <a:rPr lang="en-US" sz="1100" b="0" i="0" u="none" strike="noStrike">
                          <a:solidFill>
                            <a:srgbClr val="000000"/>
                          </a:solidFill>
                          <a:effectLst/>
                          <a:latin typeface="Aptos Narrow"/>
                        </a:rPr>
                        <a:t> med å </a:t>
                      </a:r>
                      <a:br>
                        <a:rPr lang="en-US" sz="1100" b="0" i="0" u="none" strike="noStrike">
                          <a:solidFill>
                            <a:srgbClr val="000000"/>
                          </a:solidFill>
                          <a:effectLst/>
                          <a:latin typeface="Aptos Narrow"/>
                        </a:rPr>
                      </a:br>
                      <a:r>
                        <a:rPr lang="en-US" sz="1100" b="0" i="0" u="none" strike="noStrike" err="1">
                          <a:solidFill>
                            <a:srgbClr val="000000"/>
                          </a:solidFill>
                          <a:effectLst/>
                          <a:latin typeface="Aptos Narrow"/>
                        </a:rPr>
                        <a:t>forstå</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hva</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som</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skal</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gjøres</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hvis</a:t>
                      </a:r>
                      <a:r>
                        <a:rPr lang="en-US" sz="1100" b="0" i="0" u="none" strike="noStrike">
                          <a:solidFill>
                            <a:srgbClr val="000000"/>
                          </a:solidFill>
                          <a:effectLst/>
                          <a:latin typeface="Aptos Narrow"/>
                        </a:rPr>
                        <a:t> det</a:t>
                      </a:r>
                      <a:br>
                        <a:rPr lang="en-US" sz="1100" b="0" i="0" u="none" strike="noStrike">
                          <a:solidFill>
                            <a:srgbClr val="000000"/>
                          </a:solidFill>
                          <a:effectLst/>
                          <a:latin typeface="Aptos Narrow"/>
                        </a:rPr>
                      </a:br>
                      <a:r>
                        <a:rPr lang="en-US" sz="1100" b="0" i="0" u="none" strike="noStrike" err="1">
                          <a:solidFill>
                            <a:srgbClr val="000000"/>
                          </a:solidFill>
                          <a:effectLst/>
                          <a:latin typeface="Aptos Narrow"/>
                        </a:rPr>
                        <a:t>ikke</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står</a:t>
                      </a:r>
                      <a:r>
                        <a:rPr lang="en-US" sz="1100" b="0" i="0" u="none" strike="noStrike">
                          <a:solidFill>
                            <a:srgbClr val="000000"/>
                          </a:solidFill>
                          <a:effectLst/>
                          <a:latin typeface="Aptos Narrow"/>
                        </a:rPr>
                        <a:t> et </a:t>
                      </a:r>
                      <a:r>
                        <a:rPr lang="en-US" sz="1100" b="0" i="0" u="none" strike="noStrike" err="1">
                          <a:solidFill>
                            <a:srgbClr val="000000"/>
                          </a:solidFill>
                          <a:effectLst/>
                          <a:latin typeface="Aptos Narrow"/>
                        </a:rPr>
                        <a:t>sted</a:t>
                      </a:r>
                      <a:r>
                        <a:rPr lang="en-US" sz="1100" b="0" i="0" u="none" strike="noStrike">
                          <a:solidFill>
                            <a:srgbClr val="000000"/>
                          </a:solidFill>
                          <a:effectLst/>
                          <a:latin typeface="Aptos Narrow"/>
                        </a:rPr>
                        <a:t>". Kan se meg blind. Full </a:t>
                      </a:r>
                      <a:r>
                        <a:rPr lang="en-US" sz="1100" b="0" i="0" u="none" strike="noStrike" err="1">
                          <a:solidFill>
                            <a:srgbClr val="000000"/>
                          </a:solidFill>
                          <a:effectLst/>
                          <a:latin typeface="Aptos Narrow"/>
                        </a:rPr>
                        <a:t>familie</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så</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har</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begrenset</a:t>
                      </a:r>
                      <a:r>
                        <a:rPr lang="en-US" sz="1100" b="0" i="0" u="none" strike="noStrike">
                          <a:solidFill>
                            <a:srgbClr val="000000"/>
                          </a:solidFill>
                          <a:effectLst/>
                          <a:latin typeface="Aptos Narrow"/>
                        </a:rPr>
                        <a:t> med </a:t>
                      </a:r>
                      <a:r>
                        <a:rPr lang="en-US" sz="1100" b="0" i="0" u="none" strike="noStrike" err="1">
                          <a:solidFill>
                            <a:srgbClr val="000000"/>
                          </a:solidFill>
                          <a:effectLst/>
                          <a:latin typeface="Aptos Narrow"/>
                        </a:rPr>
                        <a:t>tid</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til</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rådighet</a:t>
                      </a:r>
                      <a:r>
                        <a:rPr lang="en-US" sz="1100" b="0" i="0" u="none" strike="noStrike">
                          <a:solidFill>
                            <a:srgbClr val="000000"/>
                          </a:solidFill>
                          <a:effectLst/>
                          <a:latin typeface="Aptos Narrow"/>
                        </a:rPr>
                        <a:t>. Lite </a:t>
                      </a:r>
                      <a:r>
                        <a:rPr lang="en-US" sz="1100" b="0" i="0" u="none" strike="noStrike" err="1">
                          <a:solidFill>
                            <a:srgbClr val="000000"/>
                          </a:solidFill>
                          <a:effectLst/>
                          <a:latin typeface="Aptos Narrow"/>
                        </a:rPr>
                        <a:t>fleksibel</a:t>
                      </a:r>
                      <a:r>
                        <a:rPr lang="en-US" sz="1100" b="0" i="0" u="none" strike="noStrike">
                          <a:solidFill>
                            <a:srgbClr val="000000"/>
                          </a:solidFill>
                          <a:effectLst/>
                          <a:latin typeface="Aptos Narrow"/>
                        </a:rPr>
                        <a:t>. Har barn=</a:t>
                      </a:r>
                      <a:r>
                        <a:rPr lang="en-US" sz="1100" b="0" i="0" u="none" strike="noStrike" err="1">
                          <a:solidFill>
                            <a:srgbClr val="000000"/>
                          </a:solidFill>
                          <a:effectLst/>
                          <a:latin typeface="Aptos Narrow"/>
                        </a:rPr>
                        <a:t>mye</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sykdom</a:t>
                      </a:r>
                      <a:r>
                        <a:rPr lang="en-US" sz="1100" b="0" i="0" u="none" strike="noStrike">
                          <a:solidFill>
                            <a:srgbClr val="000000"/>
                          </a:solidFill>
                          <a:effectLst/>
                          <a:latin typeface="Aptos Narrow"/>
                        </a:rPr>
                        <a:t>. </a:t>
                      </a:r>
                      <a:br>
                        <a:rPr lang="en-US" sz="1100" b="0" i="0" u="none" strike="noStrike">
                          <a:solidFill>
                            <a:srgbClr val="000000"/>
                          </a:solidFill>
                          <a:effectLst/>
                          <a:latin typeface="Aptos Narrow"/>
                        </a:rPr>
                      </a:br>
                      <a:r>
                        <a:rPr lang="en-US" sz="1100" b="0" i="0" u="none" strike="noStrike">
                          <a:solidFill>
                            <a:srgbClr val="000000"/>
                          </a:solidFill>
                          <a:effectLst/>
                          <a:latin typeface="Aptos Narrow"/>
                        </a:rPr>
                        <a:t>God </a:t>
                      </a:r>
                      <a:r>
                        <a:rPr lang="en-US" sz="1100" b="0" i="0" u="none" strike="noStrike" err="1">
                          <a:solidFill>
                            <a:srgbClr val="000000"/>
                          </a:solidFill>
                          <a:effectLst/>
                          <a:latin typeface="Aptos Narrow"/>
                        </a:rPr>
                        <a:t>på</a:t>
                      </a:r>
                      <a:r>
                        <a:rPr lang="en-US" sz="1100" b="0" i="0" u="none" strike="noStrike">
                          <a:solidFill>
                            <a:srgbClr val="000000"/>
                          </a:solidFill>
                          <a:effectLst/>
                          <a:latin typeface="Aptos Narrow"/>
                        </a:rPr>
                        <a:t> å </a:t>
                      </a:r>
                      <a:r>
                        <a:rPr lang="en-US" sz="1100" b="0" i="0" u="none" strike="noStrike" err="1">
                          <a:solidFill>
                            <a:srgbClr val="000000"/>
                          </a:solidFill>
                          <a:effectLst/>
                          <a:latin typeface="Aptos Narrow"/>
                        </a:rPr>
                        <a:t>svartmale</a:t>
                      </a:r>
                      <a:r>
                        <a:rPr lang="en-US" sz="1100" b="0" i="0" u="none" strike="noStrike">
                          <a:solidFill>
                            <a:srgbClr val="000000"/>
                          </a:solidFill>
                          <a:effectLst/>
                          <a:latin typeface="Aptos Narrow"/>
                        </a:rPr>
                        <a:t> ting. "</a:t>
                      </a:r>
                      <a:r>
                        <a:rPr lang="en-US" sz="1100" b="0" i="0" u="none" strike="noStrike" err="1">
                          <a:solidFill>
                            <a:srgbClr val="000000"/>
                          </a:solidFill>
                          <a:effectLst/>
                          <a:latin typeface="Aptos Narrow"/>
                        </a:rPr>
                        <a:t>Nå</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går</a:t>
                      </a:r>
                      <a:r>
                        <a:rPr lang="en-US" sz="1100" b="0" i="0" u="none" strike="noStrike">
                          <a:solidFill>
                            <a:srgbClr val="000000"/>
                          </a:solidFill>
                          <a:effectLst/>
                          <a:latin typeface="Aptos Narrow"/>
                        </a:rPr>
                        <a:t> alt </a:t>
                      </a:r>
                      <a:r>
                        <a:rPr lang="en-US" sz="1100" b="0" i="0" u="none" strike="noStrike" err="1">
                          <a:solidFill>
                            <a:srgbClr val="000000"/>
                          </a:solidFill>
                          <a:effectLst/>
                          <a:latin typeface="Aptos Narrow"/>
                        </a:rPr>
                        <a:t>til</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helvete</a:t>
                      </a:r>
                      <a:r>
                        <a:rPr lang="en-US" sz="1100" b="0" i="0" u="none" strike="noStrike">
                          <a:solidFill>
                            <a:srgbClr val="000000"/>
                          </a:solidFill>
                          <a:effectLst/>
                          <a:latin typeface="Aptos Narrow"/>
                        </a:rPr>
                        <a:t>". Sliter med </a:t>
                      </a:r>
                      <a:r>
                        <a:rPr lang="en-US" sz="1100" b="0" i="0" u="none" strike="noStrike" err="1">
                          <a:solidFill>
                            <a:srgbClr val="000000"/>
                          </a:solidFill>
                          <a:effectLst/>
                          <a:latin typeface="Aptos Narrow"/>
                        </a:rPr>
                        <a:t>motivasjon</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hvis</a:t>
                      </a:r>
                      <a:r>
                        <a:rPr lang="en-US" sz="1100" b="0" i="0" u="none" strike="noStrike">
                          <a:solidFill>
                            <a:srgbClr val="000000"/>
                          </a:solidFill>
                          <a:effectLst/>
                          <a:latin typeface="Aptos Narrow"/>
                        </a:rPr>
                        <a:t> det er </a:t>
                      </a:r>
                      <a:r>
                        <a:rPr lang="en-US" sz="1100" b="0" i="0" u="none" strike="noStrike" err="1">
                          <a:solidFill>
                            <a:srgbClr val="000000"/>
                          </a:solidFill>
                          <a:effectLst/>
                          <a:latin typeface="Aptos Narrow"/>
                        </a:rPr>
                        <a:t>dårlig</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kommunikasjon</a:t>
                      </a:r>
                      <a:r>
                        <a:rPr lang="en-US" sz="1100" b="0" i="0" u="none" strike="noStrike">
                          <a:solidFill>
                            <a:srgbClr val="000000"/>
                          </a:solidFill>
                          <a:effectLst/>
                          <a:latin typeface="Aptos Narrow"/>
                        </a:rPr>
                        <a:t> I </a:t>
                      </a:r>
                      <a:r>
                        <a:rPr lang="en-US" sz="1100" b="0" i="0" u="none" strike="noStrike" err="1">
                          <a:solidFill>
                            <a:srgbClr val="000000"/>
                          </a:solidFill>
                          <a:effectLst/>
                          <a:latin typeface="Aptos Narrow"/>
                        </a:rPr>
                        <a:t>gruppa</a:t>
                      </a:r>
                      <a:r>
                        <a:rPr lang="en-US" sz="1100" b="0" i="0" u="none" strike="noStrike">
                          <a:solidFill>
                            <a:srgbClr val="000000"/>
                          </a:solidFill>
                          <a:effectLst/>
                          <a:latin typeface="Aptos Narrow"/>
                        </a:rPr>
                        <a:t>.</a:t>
                      </a:r>
                    </a:p>
                  </a:txBody>
                  <a:tcPr marL="9525" marR="9525" marT="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CCD5"/>
                    </a:solidFill>
                  </a:tcPr>
                </a:tc>
                <a:tc>
                  <a:txBody>
                    <a:bodyPr/>
                    <a:lstStyle/>
                    <a:p>
                      <a:pPr algn="l" fontAlgn="ctr"/>
                      <a:r>
                        <a:rPr lang="en-US" sz="1100" b="0" i="0" u="none" strike="noStrike">
                          <a:solidFill>
                            <a:srgbClr val="000000"/>
                          </a:solidFill>
                          <a:effectLst/>
                          <a:latin typeface="Aptos Narrow"/>
                        </a:rPr>
                        <a:t>Ser </a:t>
                      </a:r>
                      <a:r>
                        <a:rPr lang="en-US" sz="1100" b="0" i="0" u="none" strike="noStrike" err="1">
                          <a:solidFill>
                            <a:srgbClr val="000000"/>
                          </a:solidFill>
                          <a:effectLst/>
                          <a:latin typeface="Aptos Narrow"/>
                        </a:rPr>
                        <a:t>muligheter</a:t>
                      </a:r>
                      <a:r>
                        <a:rPr lang="en-US" sz="1100" b="0" i="0" u="none" strike="noStrike">
                          <a:solidFill>
                            <a:srgbClr val="000000"/>
                          </a:solidFill>
                          <a:effectLst/>
                          <a:latin typeface="Aptos Narrow"/>
                        </a:rPr>
                        <a:t> for å </a:t>
                      </a:r>
                      <a:r>
                        <a:rPr lang="en-US" sz="1100" b="0" i="0" u="none" strike="noStrike" err="1">
                          <a:solidFill>
                            <a:srgbClr val="000000"/>
                          </a:solidFill>
                          <a:effectLst/>
                          <a:latin typeface="Aptos Narrow"/>
                        </a:rPr>
                        <a:t>bli</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faglig</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sterkere</a:t>
                      </a:r>
                      <a:br>
                        <a:rPr lang="en-US" sz="1100" b="0" i="0" u="none" strike="noStrike">
                          <a:solidFill>
                            <a:srgbClr val="000000"/>
                          </a:solidFill>
                          <a:effectLst/>
                          <a:latin typeface="Aptos Narrow"/>
                        </a:rPr>
                      </a:br>
                      <a:r>
                        <a:rPr lang="en-US" sz="1100" b="0" i="0" u="none" strike="noStrike" err="1">
                          <a:solidFill>
                            <a:srgbClr val="000000"/>
                          </a:solidFill>
                          <a:effectLst/>
                          <a:latin typeface="Aptos Narrow"/>
                        </a:rPr>
                        <a:t>økt</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motivasjon</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og</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bli</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tryggere</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på</a:t>
                      </a:r>
                      <a:r>
                        <a:rPr lang="en-US" sz="1100" b="0" i="0" u="none" strike="noStrike">
                          <a:solidFill>
                            <a:srgbClr val="000000"/>
                          </a:solidFill>
                          <a:effectLst/>
                          <a:latin typeface="Aptos Narrow"/>
                        </a:rPr>
                        <a:t> meg </a:t>
                      </a:r>
                      <a:r>
                        <a:rPr lang="en-US" sz="1100" b="0" i="0" u="none" strike="noStrike" err="1">
                          <a:solidFill>
                            <a:srgbClr val="000000"/>
                          </a:solidFill>
                          <a:effectLst/>
                          <a:latin typeface="Aptos Narrow"/>
                        </a:rPr>
                        <a:t>selv</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i</a:t>
                      </a:r>
                      <a:r>
                        <a:rPr lang="en-US" sz="1100" b="0" i="0" u="none" strike="noStrike">
                          <a:solidFill>
                            <a:srgbClr val="000000"/>
                          </a:solidFill>
                          <a:effectLst/>
                          <a:latin typeface="Aptos Narrow"/>
                        </a:rPr>
                        <a:t> fag. Bli </a:t>
                      </a:r>
                      <a:r>
                        <a:rPr lang="en-US" sz="1100" b="0" i="0" u="none" strike="noStrike" err="1">
                          <a:solidFill>
                            <a:srgbClr val="000000"/>
                          </a:solidFill>
                          <a:effectLst/>
                          <a:latin typeface="Aptos Narrow"/>
                        </a:rPr>
                        <a:t>enda</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bedre</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på</a:t>
                      </a:r>
                      <a:r>
                        <a:rPr lang="en-US" sz="1100" b="0" i="0" u="none" strike="noStrike">
                          <a:solidFill>
                            <a:srgbClr val="000000"/>
                          </a:solidFill>
                          <a:effectLst/>
                          <a:latin typeface="Aptos Narrow"/>
                        </a:rPr>
                        <a:t> feedback </a:t>
                      </a:r>
                      <a:r>
                        <a:rPr lang="en-US" sz="1100" b="0" i="0" u="none" strike="noStrike" err="1">
                          <a:solidFill>
                            <a:srgbClr val="000000"/>
                          </a:solidFill>
                          <a:effectLst/>
                          <a:latin typeface="Aptos Narrow"/>
                        </a:rPr>
                        <a:t>til</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andre</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Øve</a:t>
                      </a:r>
                      <a:r>
                        <a:rPr lang="en-US" sz="1100" b="0" i="0" u="none" strike="noStrike">
                          <a:solidFill>
                            <a:srgbClr val="000000"/>
                          </a:solidFill>
                          <a:effectLst/>
                          <a:latin typeface="Aptos Narrow"/>
                        </a:rPr>
                        <a:t> meg </a:t>
                      </a:r>
                      <a:r>
                        <a:rPr lang="en-US" sz="1100" b="0" i="0" u="none" strike="noStrike" err="1">
                          <a:solidFill>
                            <a:srgbClr val="000000"/>
                          </a:solidFill>
                          <a:effectLst/>
                          <a:latin typeface="Aptos Narrow"/>
                        </a:rPr>
                        <a:t>på</a:t>
                      </a:r>
                      <a:r>
                        <a:rPr lang="en-US" sz="1100" b="0" i="0" u="none" strike="noStrike">
                          <a:solidFill>
                            <a:srgbClr val="000000"/>
                          </a:solidFill>
                          <a:effectLst/>
                          <a:latin typeface="Aptos Narrow"/>
                        </a:rPr>
                        <a:t> å </a:t>
                      </a:r>
                      <a:r>
                        <a:rPr lang="en-US" sz="1100" b="0" i="0" u="none" strike="noStrike" err="1">
                          <a:solidFill>
                            <a:srgbClr val="000000"/>
                          </a:solidFill>
                          <a:effectLst/>
                          <a:latin typeface="Aptos Narrow"/>
                        </a:rPr>
                        <a:t>tenke</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høyt</a:t>
                      </a:r>
                      <a:r>
                        <a:rPr lang="en-US" sz="1100" b="0" i="0" u="none" strike="noStrike">
                          <a:solidFill>
                            <a:srgbClr val="000000"/>
                          </a:solidFill>
                          <a:effectLst/>
                          <a:latin typeface="Aptos Narrow"/>
                        </a:rPr>
                        <a:t>. Bli god </a:t>
                      </a:r>
                      <a:r>
                        <a:rPr lang="en-US" sz="1100" b="0" i="0" u="none" strike="noStrike" err="1">
                          <a:solidFill>
                            <a:srgbClr val="000000"/>
                          </a:solidFill>
                          <a:effectLst/>
                          <a:latin typeface="Aptos Narrow"/>
                        </a:rPr>
                        <a:t>på</a:t>
                      </a:r>
                      <a:r>
                        <a:rPr lang="en-US" sz="1100" b="0" i="0" u="none" strike="noStrike">
                          <a:solidFill>
                            <a:srgbClr val="000000"/>
                          </a:solidFill>
                          <a:effectLst/>
                          <a:latin typeface="Aptos Narrow"/>
                        </a:rPr>
                        <a:t> å </a:t>
                      </a:r>
                      <a:r>
                        <a:rPr lang="en-US" sz="1100" b="0" i="0" u="none" strike="noStrike" err="1">
                          <a:solidFill>
                            <a:srgbClr val="000000"/>
                          </a:solidFill>
                          <a:effectLst/>
                          <a:latin typeface="Aptos Narrow"/>
                        </a:rPr>
                        <a:t>finne</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oppgaver</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som</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skal</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gjøres</a:t>
                      </a:r>
                      <a:endParaRPr lang="en-US" sz="1100" b="0" i="0" u="none" strike="noStrike" err="1">
                        <a:solidFill>
                          <a:srgbClr val="000000"/>
                        </a:solidFill>
                        <a:effectLst/>
                        <a:latin typeface="Aptos Narrow" panose="020B0004020202020204" pitchFamily="34" charset="0"/>
                      </a:endParaRPr>
                    </a:p>
                  </a:txBody>
                  <a:tcPr marL="9525" marR="9525" marT="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FFD6"/>
                    </a:solidFill>
                  </a:tcPr>
                </a:tc>
                <a:tc>
                  <a:txBody>
                    <a:bodyPr/>
                    <a:lstStyle/>
                    <a:p>
                      <a:pPr algn="l" fontAlgn="ctr"/>
                      <a:r>
                        <a:rPr lang="en-US" sz="1100" b="0" i="0" u="none" strike="noStrike">
                          <a:solidFill>
                            <a:srgbClr val="000000"/>
                          </a:solidFill>
                          <a:effectLst/>
                          <a:latin typeface="Aptos Narrow"/>
                        </a:rPr>
                        <a:t>At det </a:t>
                      </a:r>
                      <a:r>
                        <a:rPr lang="en-US" sz="1100" b="0" i="0" u="none" strike="noStrike" err="1">
                          <a:solidFill>
                            <a:srgbClr val="000000"/>
                          </a:solidFill>
                          <a:effectLst/>
                          <a:latin typeface="Aptos Narrow"/>
                        </a:rPr>
                        <a:t>blir</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mye</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sykdom</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mye</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fravær</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pga</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småbarn</a:t>
                      </a:r>
                      <a:r>
                        <a:rPr lang="en-US" sz="1100" b="0" i="0" u="none" strike="noStrike">
                          <a:solidFill>
                            <a:srgbClr val="000000"/>
                          </a:solidFill>
                          <a:effectLst/>
                          <a:latin typeface="Aptos Narrow"/>
                        </a:rPr>
                        <a:t>. </a:t>
                      </a:r>
                      <a:br>
                        <a:rPr lang="en-US" sz="1100" b="0" i="0" u="none" strike="noStrike">
                          <a:solidFill>
                            <a:srgbClr val="000000"/>
                          </a:solidFill>
                          <a:effectLst/>
                          <a:latin typeface="Aptos Narrow"/>
                        </a:rPr>
                      </a:br>
                      <a:r>
                        <a:rPr lang="en-US" sz="1100" b="0" i="0" u="none" strike="noStrike">
                          <a:solidFill>
                            <a:srgbClr val="000000"/>
                          </a:solidFill>
                          <a:effectLst/>
                          <a:latin typeface="Aptos Narrow"/>
                        </a:rPr>
                        <a:t>Redd for at det </a:t>
                      </a:r>
                      <a:r>
                        <a:rPr lang="en-US" sz="1100" b="0" i="0" u="none" strike="noStrike" err="1">
                          <a:solidFill>
                            <a:srgbClr val="000000"/>
                          </a:solidFill>
                          <a:effectLst/>
                          <a:latin typeface="Aptos Narrow"/>
                        </a:rPr>
                        <a:t>blir</a:t>
                      </a:r>
                      <a:r>
                        <a:rPr lang="en-US" sz="1100" b="0" i="0" u="none" strike="noStrike">
                          <a:solidFill>
                            <a:srgbClr val="000000"/>
                          </a:solidFill>
                          <a:effectLst/>
                          <a:latin typeface="Aptos Narrow"/>
                        </a:rPr>
                        <a:t> for </a:t>
                      </a:r>
                      <a:r>
                        <a:rPr lang="en-US" sz="1100" b="0" i="0" u="none" strike="noStrike" err="1">
                          <a:solidFill>
                            <a:srgbClr val="000000"/>
                          </a:solidFill>
                          <a:effectLst/>
                          <a:latin typeface="Aptos Narrow"/>
                        </a:rPr>
                        <a:t>faglig</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tungt</a:t>
                      </a:r>
                      <a:r>
                        <a:rPr lang="en-US" sz="1100" b="0" i="0" u="none" strike="noStrike">
                          <a:solidFill>
                            <a:srgbClr val="000000"/>
                          </a:solidFill>
                          <a:effectLst/>
                          <a:latin typeface="Aptos Narrow"/>
                        </a:rPr>
                        <a:t> </a:t>
                      </a:r>
                      <a:br>
                        <a:rPr lang="en-US" sz="1100" b="0" i="0" u="none" strike="noStrike">
                          <a:solidFill>
                            <a:srgbClr val="000000"/>
                          </a:solidFill>
                          <a:effectLst/>
                          <a:latin typeface="Aptos Narrow"/>
                        </a:rPr>
                      </a:br>
                      <a:r>
                        <a:rPr lang="en-US" sz="1100" b="0" i="0" u="none" strike="noStrike">
                          <a:solidFill>
                            <a:srgbClr val="000000"/>
                          </a:solidFill>
                          <a:effectLst/>
                          <a:latin typeface="Aptos Narrow"/>
                        </a:rPr>
                        <a:t>for meg for at </a:t>
                      </a:r>
                      <a:r>
                        <a:rPr lang="en-US" sz="1100" b="0" i="0" u="none" strike="noStrike" err="1">
                          <a:solidFill>
                            <a:srgbClr val="000000"/>
                          </a:solidFill>
                          <a:effectLst/>
                          <a:latin typeface="Aptos Narrow"/>
                        </a:rPr>
                        <a:t>jeg</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skal</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klare</a:t>
                      </a:r>
                      <a:r>
                        <a:rPr lang="en-US" sz="1100" b="0" i="0" u="none" strike="noStrike">
                          <a:solidFill>
                            <a:srgbClr val="000000"/>
                          </a:solidFill>
                          <a:effectLst/>
                          <a:latin typeface="Aptos Narrow"/>
                        </a:rPr>
                        <a:t> å </a:t>
                      </a:r>
                      <a:r>
                        <a:rPr lang="en-US" sz="1100" b="0" i="0" u="none" strike="noStrike" err="1">
                          <a:solidFill>
                            <a:srgbClr val="000000"/>
                          </a:solidFill>
                          <a:effectLst/>
                          <a:latin typeface="Aptos Narrow"/>
                        </a:rPr>
                        <a:t>holde</a:t>
                      </a:r>
                      <a:br>
                        <a:rPr lang="en-US" sz="1100" b="0" i="0" u="none" strike="noStrike">
                          <a:solidFill>
                            <a:srgbClr val="000000"/>
                          </a:solidFill>
                          <a:effectLst/>
                          <a:latin typeface="Aptos Narrow"/>
                        </a:rPr>
                      </a:br>
                      <a:r>
                        <a:rPr lang="en-US" sz="1100" b="0" i="0" u="none" strike="noStrike" err="1">
                          <a:solidFill>
                            <a:srgbClr val="000000"/>
                          </a:solidFill>
                          <a:effectLst/>
                          <a:latin typeface="Aptos Narrow"/>
                        </a:rPr>
                        <a:t>tritt</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Tiden</a:t>
                      </a:r>
                      <a:r>
                        <a:rPr lang="en-US" sz="1100" b="0" i="0" u="none" strike="noStrike">
                          <a:solidFill>
                            <a:srgbClr val="000000"/>
                          </a:solidFill>
                          <a:effectLst/>
                          <a:latin typeface="Aptos Narrow"/>
                        </a:rPr>
                        <a:t> er </a:t>
                      </a:r>
                      <a:r>
                        <a:rPr lang="en-US" sz="1100" b="0" i="0" u="none" strike="noStrike" err="1">
                          <a:solidFill>
                            <a:srgbClr val="000000"/>
                          </a:solidFill>
                          <a:effectLst/>
                          <a:latin typeface="Aptos Narrow"/>
                        </a:rPr>
                        <a:t>alltid</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en</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faktor</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i</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livet</a:t>
                      </a:r>
                      <a:r>
                        <a:rPr lang="en-US" sz="1100" b="0" i="0" u="none" strike="noStrike">
                          <a:solidFill>
                            <a:srgbClr val="000000"/>
                          </a:solidFill>
                          <a:effectLst/>
                          <a:latin typeface="Aptos Narrow"/>
                        </a:rPr>
                        <a:t> mitt,</a:t>
                      </a:r>
                      <a:br>
                        <a:rPr lang="en-US" sz="1100" b="0" i="0" u="none" strike="noStrike">
                          <a:solidFill>
                            <a:srgbClr val="000000"/>
                          </a:solidFill>
                          <a:effectLst/>
                          <a:latin typeface="Aptos Narrow"/>
                        </a:rPr>
                      </a:br>
                      <a:r>
                        <a:rPr lang="en-US" sz="1100" b="0" i="0" u="none" strike="noStrike" err="1">
                          <a:solidFill>
                            <a:srgbClr val="000000"/>
                          </a:solidFill>
                          <a:effectLst/>
                          <a:latin typeface="Aptos Narrow"/>
                        </a:rPr>
                        <a:t>utrolig</a:t>
                      </a:r>
                      <a:r>
                        <a:rPr lang="en-US" sz="1100" b="0" i="0" u="none" strike="noStrike">
                          <a:solidFill>
                            <a:srgbClr val="000000"/>
                          </a:solidFill>
                          <a:effectLst/>
                          <a:latin typeface="Aptos Narrow"/>
                        </a:rPr>
                        <a:t> lite </a:t>
                      </a:r>
                      <a:r>
                        <a:rPr lang="en-US" sz="1100" b="0" i="0" u="none" strike="noStrike" err="1">
                          <a:solidFill>
                            <a:srgbClr val="000000"/>
                          </a:solidFill>
                          <a:effectLst/>
                          <a:latin typeface="Aptos Narrow"/>
                        </a:rPr>
                        <a:t>fleksibel</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Kjerringa</a:t>
                      </a:r>
                      <a:r>
                        <a:rPr lang="en-US" sz="1100" b="0" i="0" u="none" strike="noStrike">
                          <a:solidFill>
                            <a:srgbClr val="000000"/>
                          </a:solidFill>
                          <a:effectLst/>
                          <a:latin typeface="Aptos Narrow"/>
                        </a:rPr>
                        <a:t> jobber </a:t>
                      </a:r>
                      <a:r>
                        <a:rPr lang="en-US" sz="1100" b="0" i="0" u="none" strike="noStrike" err="1">
                          <a:solidFill>
                            <a:srgbClr val="000000"/>
                          </a:solidFill>
                          <a:effectLst/>
                          <a:latin typeface="Aptos Narrow"/>
                        </a:rPr>
                        <a:t>turnus</a:t>
                      </a:r>
                      <a:br>
                        <a:rPr lang="en-US" sz="1100" b="0" i="0" u="none" strike="noStrike">
                          <a:solidFill>
                            <a:srgbClr val="000000"/>
                          </a:solidFill>
                          <a:effectLst/>
                          <a:latin typeface="Aptos Narrow"/>
                        </a:rPr>
                      </a:br>
                      <a:r>
                        <a:rPr lang="en-US" sz="1100" b="0" i="0" u="none" strike="noStrike" err="1">
                          <a:solidFill>
                            <a:srgbClr val="000000"/>
                          </a:solidFill>
                          <a:effectLst/>
                          <a:latin typeface="Aptos Narrow"/>
                        </a:rPr>
                        <a:t>på</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sykehuset</a:t>
                      </a:r>
                      <a:r>
                        <a:rPr lang="en-US" sz="1100" b="0" i="0" u="none" strike="noStrike">
                          <a:solidFill>
                            <a:srgbClr val="000000"/>
                          </a:solidFill>
                          <a:effectLst/>
                          <a:latin typeface="Aptos Narrow"/>
                        </a:rPr>
                        <a:t>. </a:t>
                      </a:r>
                      <a:br>
                        <a:rPr lang="en-US" sz="1100" b="0" i="0" u="none" strike="noStrike">
                          <a:solidFill>
                            <a:srgbClr val="000000"/>
                          </a:solidFill>
                          <a:effectLst/>
                          <a:latin typeface="Aptos Narrow"/>
                        </a:rPr>
                      </a:br>
                      <a:r>
                        <a:rPr lang="en-US" sz="1100" b="0" i="0" u="none" strike="noStrike">
                          <a:solidFill>
                            <a:srgbClr val="000000"/>
                          </a:solidFill>
                          <a:effectLst/>
                          <a:latin typeface="Aptos Narrow"/>
                        </a:rPr>
                        <a:t>Fare for at </a:t>
                      </a:r>
                      <a:r>
                        <a:rPr lang="en-US" sz="1100" b="0" i="0" u="none" strike="noStrike" err="1">
                          <a:solidFill>
                            <a:srgbClr val="000000"/>
                          </a:solidFill>
                          <a:effectLst/>
                          <a:latin typeface="Aptos Narrow"/>
                        </a:rPr>
                        <a:t>jeg</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ikke</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bidrar</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til</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gode</a:t>
                      </a:r>
                      <a:r>
                        <a:rPr lang="en-US" sz="1100" b="0" i="0" u="none" strike="noStrike">
                          <a:solidFill>
                            <a:srgbClr val="000000"/>
                          </a:solidFill>
                          <a:effectLst/>
                          <a:latin typeface="Aptos Narrow"/>
                        </a:rPr>
                        <a:t> </a:t>
                      </a:r>
                      <a:br>
                        <a:rPr lang="en-US" sz="1100" b="0" i="0" u="none" strike="noStrike">
                          <a:solidFill>
                            <a:srgbClr val="000000"/>
                          </a:solidFill>
                          <a:effectLst/>
                          <a:latin typeface="Aptos Narrow"/>
                        </a:rPr>
                      </a:br>
                      <a:r>
                        <a:rPr lang="en-US" sz="1100" b="0" i="0" u="none" strike="noStrike" err="1">
                          <a:solidFill>
                            <a:srgbClr val="000000"/>
                          </a:solidFill>
                          <a:effectLst/>
                          <a:latin typeface="Aptos Narrow"/>
                        </a:rPr>
                        <a:t>løsninger</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på</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oppgavene</a:t>
                      </a:r>
                      <a:r>
                        <a:rPr lang="en-US" sz="1100" b="0" i="0" u="none" strike="noStrike">
                          <a:solidFill>
                            <a:srgbClr val="000000"/>
                          </a:solidFill>
                          <a:effectLst/>
                          <a:latin typeface="Aptos Narrow"/>
                        </a:rPr>
                        <a:t>. </a:t>
                      </a:r>
                      <a:endParaRPr lang="en-US" sz="1100" b="0" i="0" u="none" strike="noStrike">
                        <a:solidFill>
                          <a:srgbClr val="000000"/>
                        </a:solidFill>
                        <a:effectLst/>
                        <a:latin typeface="Aptos Narrow" panose="020B0004020202020204" pitchFamily="34" charset="0"/>
                      </a:endParaRPr>
                    </a:p>
                  </a:txBody>
                  <a:tcPr marL="9525" marR="9525" marT="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2566938193"/>
                  </a:ext>
                </a:extLst>
              </a:tr>
              <a:tr h="609536">
                <a:tc>
                  <a:txBody>
                    <a:bodyPr/>
                    <a:lstStyle/>
                    <a:p>
                      <a:pPr algn="ctr" fontAlgn="ctr"/>
                      <a:r>
                        <a:rPr lang="en-US" sz="1100" b="0" i="0" u="none" strike="noStrike">
                          <a:solidFill>
                            <a:srgbClr val="000000"/>
                          </a:solidFill>
                          <a:effectLst/>
                          <a:latin typeface="Aptos Narrow"/>
                        </a:rPr>
                        <a:t>Kristian</a:t>
                      </a:r>
                    </a:p>
                  </a:txBody>
                  <a:tcPr marL="9525" marR="9525" marT="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l" fontAlgn="ctr"/>
                      <a:r>
                        <a:rPr lang="en-US" sz="1100" b="0" i="0" u="none" strike="noStrike">
                          <a:solidFill>
                            <a:srgbClr val="000000"/>
                          </a:solidFill>
                          <a:effectLst/>
                          <a:latin typeface="Aptos Narrow"/>
                        </a:rPr>
                        <a:t>Er </a:t>
                      </a:r>
                      <a:r>
                        <a:rPr lang="en-US" sz="1100" b="0" i="0" u="none" strike="noStrike" err="1">
                          <a:solidFill>
                            <a:srgbClr val="000000"/>
                          </a:solidFill>
                          <a:effectLst/>
                          <a:latin typeface="Aptos Narrow"/>
                        </a:rPr>
                        <a:t>ganske</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selvstendig</a:t>
                      </a:r>
                      <a:r>
                        <a:rPr lang="en-US" sz="1100" b="0" i="0" u="none" strike="noStrike">
                          <a:solidFill>
                            <a:srgbClr val="000000"/>
                          </a:solidFill>
                          <a:effectLst/>
                          <a:latin typeface="Aptos Narrow"/>
                        </a:rPr>
                        <a:t>, er "</a:t>
                      </a:r>
                      <a:r>
                        <a:rPr lang="en-US" sz="1100" b="0" i="0" u="none" strike="noStrike" err="1">
                          <a:solidFill>
                            <a:srgbClr val="000000"/>
                          </a:solidFill>
                          <a:effectLst/>
                          <a:latin typeface="Aptos Narrow"/>
                        </a:rPr>
                        <a:t>rett</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fram</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og</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direkte</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analytisk</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anlagt</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har</a:t>
                      </a:r>
                      <a:r>
                        <a:rPr lang="en-US" sz="1100" b="0" i="0" u="none" strike="noStrike">
                          <a:solidFill>
                            <a:srgbClr val="000000"/>
                          </a:solidFill>
                          <a:effectLst/>
                          <a:latin typeface="Aptos Narrow"/>
                        </a:rPr>
                        <a:t> ok skills </a:t>
                      </a:r>
                      <a:r>
                        <a:rPr lang="en-US" sz="1100" b="0" i="0" u="none" strike="noStrike" err="1">
                          <a:solidFill>
                            <a:srgbClr val="000000"/>
                          </a:solidFill>
                          <a:effectLst/>
                          <a:latin typeface="Aptos Narrow"/>
                        </a:rPr>
                        <a:t>i</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kreativ</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programvare</a:t>
                      </a:r>
                      <a:r>
                        <a:rPr lang="en-US" sz="1100" b="0" i="0" u="none" strike="noStrike">
                          <a:solidFill>
                            <a:srgbClr val="000000"/>
                          </a:solidFill>
                          <a:effectLst/>
                          <a:latin typeface="Aptos Narrow"/>
                        </a:rPr>
                        <a:t>, liker </a:t>
                      </a:r>
                      <a:r>
                        <a:rPr lang="en-US" sz="1100" b="0" i="0" u="none" strike="noStrike" err="1">
                          <a:solidFill>
                            <a:srgbClr val="000000"/>
                          </a:solidFill>
                          <a:effectLst/>
                          <a:latin typeface="Aptos Narrow"/>
                        </a:rPr>
                        <a:t>hurtigtaster</a:t>
                      </a:r>
                      <a:endParaRPr lang="en-US" sz="1100" b="0" i="0" u="none" strike="noStrike">
                        <a:solidFill>
                          <a:srgbClr val="000000"/>
                        </a:solidFill>
                        <a:effectLst/>
                        <a:latin typeface="Aptos Narrow"/>
                      </a:endParaRPr>
                    </a:p>
                  </a:txBody>
                  <a:tcPr marL="9525" marR="9525" marT="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ctr"/>
                      <a:r>
                        <a:rPr lang="en-US" sz="1100" b="0" i="0" u="none" strike="noStrike">
                          <a:solidFill>
                            <a:srgbClr val="000000"/>
                          </a:solidFill>
                          <a:effectLst/>
                          <a:latin typeface="Aptos Narrow"/>
                        </a:rPr>
                        <a:t>Bruker lang </a:t>
                      </a:r>
                      <a:r>
                        <a:rPr lang="en-US" sz="1100" b="0" i="0" u="none" strike="noStrike" err="1">
                          <a:solidFill>
                            <a:srgbClr val="000000"/>
                          </a:solidFill>
                          <a:effectLst/>
                          <a:latin typeface="Aptos Narrow"/>
                        </a:rPr>
                        <a:t>tid</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på</a:t>
                      </a:r>
                      <a:r>
                        <a:rPr lang="en-US" sz="1100" b="0" i="0" u="none" strike="noStrike">
                          <a:solidFill>
                            <a:srgbClr val="000000"/>
                          </a:solidFill>
                          <a:effectLst/>
                          <a:latin typeface="Aptos Narrow"/>
                        </a:rPr>
                        <a:t> å </a:t>
                      </a:r>
                      <a:r>
                        <a:rPr lang="en-US" sz="1100" b="0" i="0" u="none" strike="noStrike" err="1">
                          <a:solidFill>
                            <a:srgbClr val="000000"/>
                          </a:solidFill>
                          <a:effectLst/>
                          <a:latin typeface="Aptos Narrow"/>
                        </a:rPr>
                        <a:t>formulere</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setninger</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muntlig</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stakkato</a:t>
                      </a:r>
                      <a:r>
                        <a:rPr lang="en-US" sz="1100" b="0" i="0" u="none" strike="noStrike">
                          <a:solidFill>
                            <a:srgbClr val="000000"/>
                          </a:solidFill>
                          <a:effectLst/>
                          <a:latin typeface="Aptos Narrow"/>
                        </a:rPr>
                        <a:t> tale, </a:t>
                      </a:r>
                      <a:r>
                        <a:rPr lang="en-US" sz="1100" b="0" i="0" u="none" strike="noStrike" err="1">
                          <a:solidFill>
                            <a:srgbClr val="000000"/>
                          </a:solidFill>
                          <a:effectLst/>
                          <a:latin typeface="Aptos Narrow"/>
                        </a:rPr>
                        <a:t>øyekontakt</a:t>
                      </a:r>
                      <a:r>
                        <a:rPr lang="en-US" sz="1100" b="0" i="0" u="none" strike="noStrike">
                          <a:solidFill>
                            <a:srgbClr val="000000"/>
                          </a:solidFill>
                          <a:effectLst/>
                          <a:latin typeface="Aptos Narrow"/>
                        </a:rPr>
                        <a:t> faller </a:t>
                      </a:r>
                      <a:r>
                        <a:rPr lang="en-US" sz="1100" b="0" i="0" u="none" strike="noStrike" err="1">
                          <a:solidFill>
                            <a:srgbClr val="000000"/>
                          </a:solidFill>
                          <a:effectLst/>
                          <a:latin typeface="Aptos Narrow"/>
                        </a:rPr>
                        <a:t>ikke</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naturlig</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asosial</a:t>
                      </a:r>
                      <a:endParaRPr lang="en-US" sz="1100" b="0" i="0" u="none" strike="noStrike">
                        <a:solidFill>
                          <a:srgbClr val="000000"/>
                        </a:solidFill>
                        <a:effectLst/>
                        <a:latin typeface="Aptos Narrow"/>
                      </a:endParaRPr>
                    </a:p>
                  </a:txBody>
                  <a:tcPr marL="9525" marR="9525" marT="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CCD5"/>
                    </a:solidFill>
                  </a:tcPr>
                </a:tc>
                <a:tc>
                  <a:txBody>
                    <a:bodyPr/>
                    <a:lstStyle/>
                    <a:p>
                      <a:pPr algn="l" fontAlgn="ctr"/>
                      <a:r>
                        <a:rPr lang="en-US" sz="1100" b="0" i="0" u="none" strike="noStrike">
                          <a:solidFill>
                            <a:srgbClr val="000000"/>
                          </a:solidFill>
                          <a:effectLst/>
                          <a:latin typeface="Aptos Narrow"/>
                        </a:rPr>
                        <a:t>Kreativ om </a:t>
                      </a:r>
                      <a:r>
                        <a:rPr lang="en-US" sz="1100" b="0" i="0" u="none" strike="noStrike" err="1">
                          <a:solidFill>
                            <a:srgbClr val="000000"/>
                          </a:solidFill>
                          <a:effectLst/>
                          <a:latin typeface="Aptos Narrow"/>
                        </a:rPr>
                        <a:t>adekvat</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oppfyllelse</a:t>
                      </a:r>
                      <a:r>
                        <a:rPr lang="en-US" sz="1100" b="0" i="0" u="none" strike="noStrike">
                          <a:solidFill>
                            <a:srgbClr val="000000"/>
                          </a:solidFill>
                          <a:effectLst/>
                          <a:latin typeface="Aptos Narrow"/>
                        </a:rPr>
                        <a:t> av </a:t>
                      </a:r>
                      <a:r>
                        <a:rPr lang="en-US" sz="1100" b="0" i="0" u="none" strike="noStrike" err="1">
                          <a:solidFill>
                            <a:srgbClr val="000000"/>
                          </a:solidFill>
                          <a:effectLst/>
                          <a:latin typeface="Aptos Narrow"/>
                        </a:rPr>
                        <a:t>grunnkrav</a:t>
                      </a:r>
                      <a:br>
                        <a:rPr lang="en-US" sz="1100" b="0" i="0" u="none" strike="noStrike">
                          <a:solidFill>
                            <a:srgbClr val="000000"/>
                          </a:solidFill>
                          <a:effectLst/>
                          <a:latin typeface="Aptos Narrow"/>
                        </a:rPr>
                      </a:br>
                      <a:r>
                        <a:rPr lang="en-US" sz="1100" b="0" i="0" u="none" strike="noStrike">
                          <a:solidFill>
                            <a:srgbClr val="000000"/>
                          </a:solidFill>
                          <a:effectLst/>
                          <a:latin typeface="Aptos Narrow"/>
                        </a:rPr>
                        <a:t>Høyt </a:t>
                      </a:r>
                      <a:r>
                        <a:rPr lang="en-US" sz="1100" b="0" i="0" u="none" strike="noStrike" err="1">
                          <a:solidFill>
                            <a:srgbClr val="000000"/>
                          </a:solidFill>
                          <a:effectLst/>
                          <a:latin typeface="Aptos Narrow"/>
                        </a:rPr>
                        <a:t>tak</a:t>
                      </a:r>
                      <a:r>
                        <a:rPr lang="en-US" sz="1100" b="0" i="0" u="none" strike="noStrike">
                          <a:solidFill>
                            <a:srgbClr val="000000"/>
                          </a:solidFill>
                          <a:effectLst/>
                          <a:latin typeface="Aptos Narrow"/>
                        </a:rPr>
                        <a:t> for </a:t>
                      </a:r>
                      <a:r>
                        <a:rPr lang="en-US" sz="1100" b="0" i="0" u="none" strike="noStrike" err="1">
                          <a:solidFill>
                            <a:srgbClr val="000000"/>
                          </a:solidFill>
                          <a:effectLst/>
                          <a:latin typeface="Aptos Narrow"/>
                        </a:rPr>
                        <a:t>ferdigheter</a:t>
                      </a:r>
                    </a:p>
                  </a:txBody>
                  <a:tcPr marL="9525" marR="9525" marT="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FFD6"/>
                    </a:solidFill>
                  </a:tcPr>
                </a:tc>
                <a:tc>
                  <a:txBody>
                    <a:bodyPr/>
                    <a:lstStyle/>
                    <a:p>
                      <a:pPr algn="l" fontAlgn="ctr"/>
                      <a:r>
                        <a:rPr lang="en-US" sz="1100" b="0" i="0" u="none" strike="noStrike" err="1">
                          <a:solidFill>
                            <a:srgbClr val="000000"/>
                          </a:solidFill>
                          <a:effectLst/>
                          <a:latin typeface="Aptos Narrow"/>
                        </a:rPr>
                        <a:t>Pirkete</a:t>
                      </a:r>
                      <a:br>
                        <a:rPr lang="en-US" sz="1100" b="0" i="0" u="none" strike="noStrike">
                          <a:solidFill>
                            <a:srgbClr val="000000"/>
                          </a:solidFill>
                          <a:effectLst/>
                          <a:latin typeface="Aptos Narrow"/>
                        </a:rPr>
                      </a:br>
                      <a:r>
                        <a:rPr lang="en-US" sz="1100" b="0" i="0" u="none" strike="noStrike">
                          <a:solidFill>
                            <a:srgbClr val="000000"/>
                          </a:solidFill>
                          <a:effectLst/>
                          <a:latin typeface="Aptos Narrow"/>
                        </a:rPr>
                        <a:t>Sky, </a:t>
                      </a:r>
                      <a:r>
                        <a:rPr lang="en-US" sz="1100" b="0" i="0" u="none" strike="noStrike" err="1">
                          <a:solidFill>
                            <a:srgbClr val="000000"/>
                          </a:solidFill>
                          <a:effectLst/>
                          <a:latin typeface="Aptos Narrow"/>
                        </a:rPr>
                        <a:t>kan</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oppfattes</a:t>
                      </a:r>
                      <a:r>
                        <a:rPr lang="en-US" sz="1100" b="0" i="0" u="none" strike="noStrike">
                          <a:solidFill>
                            <a:srgbClr val="000000"/>
                          </a:solidFill>
                          <a:effectLst/>
                          <a:latin typeface="Aptos Narrow"/>
                        </a:rPr>
                        <a:t> </a:t>
                      </a:r>
                      <a:r>
                        <a:rPr lang="en-US" sz="1100" b="0" i="0" u="none" strike="noStrike" err="1">
                          <a:solidFill>
                            <a:srgbClr val="000000"/>
                          </a:solidFill>
                          <a:effectLst/>
                          <a:latin typeface="Aptos Narrow"/>
                        </a:rPr>
                        <a:t>overlegen</a:t>
                      </a:r>
                      <a:r>
                        <a:rPr lang="en-US" sz="1100" b="0" i="0" u="none" strike="noStrike">
                          <a:solidFill>
                            <a:srgbClr val="000000"/>
                          </a:solidFill>
                          <a:effectLst/>
                          <a:latin typeface="Aptos Narrow"/>
                        </a:rPr>
                        <a:t>,</a:t>
                      </a:r>
                      <a:br>
                        <a:rPr lang="en-US" sz="1100" b="0" i="0" u="none" strike="noStrike">
                          <a:solidFill>
                            <a:srgbClr val="000000"/>
                          </a:solidFill>
                          <a:effectLst/>
                          <a:latin typeface="Aptos Narrow"/>
                        </a:rPr>
                      </a:br>
                      <a:r>
                        <a:rPr lang="en-US" sz="1100" b="0" i="0" u="none" strike="noStrike">
                          <a:solidFill>
                            <a:srgbClr val="000000"/>
                          </a:solidFill>
                          <a:effectLst/>
                          <a:latin typeface="Aptos Narrow"/>
                        </a:rPr>
                        <a:t>Noe </a:t>
                      </a:r>
                      <a:r>
                        <a:rPr lang="en-US" sz="1100" b="0" i="0" u="none" strike="noStrike" err="1">
                          <a:solidFill>
                            <a:srgbClr val="000000"/>
                          </a:solidFill>
                          <a:effectLst/>
                          <a:latin typeface="Aptos Narrow"/>
                        </a:rPr>
                        <a:t>robotaktig</a:t>
                      </a:r>
                      <a:endParaRPr lang="en-US" sz="1100" b="0" i="0" u="none" strike="noStrike">
                        <a:solidFill>
                          <a:srgbClr val="000000"/>
                        </a:solidFill>
                        <a:effectLst/>
                        <a:latin typeface="Aptos Narrow"/>
                      </a:endParaRPr>
                    </a:p>
                  </a:txBody>
                  <a:tcPr marL="9525" marR="9525" marT="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1226537186"/>
                  </a:ext>
                </a:extLst>
              </a:tr>
            </a:tbl>
          </a:graphicData>
        </a:graphic>
      </p:graphicFrame>
    </p:spTree>
    <p:extLst>
      <p:ext uri="{BB962C8B-B14F-4D97-AF65-F5344CB8AC3E}">
        <p14:creationId xmlns:p14="http://schemas.microsoft.com/office/powerpoint/2010/main" val="269098912"/>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9CC20-C611-A789-5105-937504277C36}"/>
              </a:ext>
            </a:extLst>
          </p:cNvPr>
          <p:cNvSpPr>
            <a:spLocks noGrp="1"/>
          </p:cNvSpPr>
          <p:nvPr>
            <p:ph type="title"/>
          </p:nvPr>
        </p:nvSpPr>
        <p:spPr/>
        <p:txBody>
          <a:bodyPr/>
          <a:lstStyle/>
          <a:p>
            <a:endParaRPr lang="en-US"/>
          </a:p>
        </p:txBody>
      </p:sp>
      <p:graphicFrame>
        <p:nvGraphicFramePr>
          <p:cNvPr id="9" name="Content Placeholder 8">
            <a:extLst>
              <a:ext uri="{FF2B5EF4-FFF2-40B4-BE49-F238E27FC236}">
                <a16:creationId xmlns:a16="http://schemas.microsoft.com/office/drawing/2014/main" id="{0D76F76F-B8FD-03B4-F056-5C40C79C9FF7}"/>
              </a:ext>
            </a:extLst>
          </p:cNvPr>
          <p:cNvGraphicFramePr>
            <a:graphicFrameLocks noGrp="1"/>
          </p:cNvGraphicFramePr>
          <p:nvPr>
            <p:ph idx="1"/>
            <p:extLst>
              <p:ext uri="{D42A27DB-BD31-4B8C-83A1-F6EECF244321}">
                <p14:modId xmlns:p14="http://schemas.microsoft.com/office/powerpoint/2010/main" val="3384258489"/>
              </p:ext>
            </p:extLst>
          </p:nvPr>
        </p:nvGraphicFramePr>
        <p:xfrm>
          <a:off x="838199" y="365126"/>
          <a:ext cx="10515598" cy="5619294"/>
        </p:xfrm>
        <a:graphic>
          <a:graphicData uri="http://schemas.openxmlformats.org/drawingml/2006/table">
            <a:tbl>
              <a:tblPr firstRow="1" bandRow="1">
                <a:tableStyleId>{5C22544A-7EE6-4342-B048-85BDC9FD1C3A}</a:tableStyleId>
              </a:tblPr>
              <a:tblGrid>
                <a:gridCol w="648600">
                  <a:extLst>
                    <a:ext uri="{9D8B030D-6E8A-4147-A177-3AD203B41FA5}">
                      <a16:colId xmlns:a16="http://schemas.microsoft.com/office/drawing/2014/main" val="723983804"/>
                    </a:ext>
                  </a:extLst>
                </a:gridCol>
                <a:gridCol w="2539199">
                  <a:extLst>
                    <a:ext uri="{9D8B030D-6E8A-4147-A177-3AD203B41FA5}">
                      <a16:colId xmlns:a16="http://schemas.microsoft.com/office/drawing/2014/main" val="3798502211"/>
                    </a:ext>
                  </a:extLst>
                </a:gridCol>
                <a:gridCol w="2456400">
                  <a:extLst>
                    <a:ext uri="{9D8B030D-6E8A-4147-A177-3AD203B41FA5}">
                      <a16:colId xmlns:a16="http://schemas.microsoft.com/office/drawing/2014/main" val="16449905"/>
                    </a:ext>
                  </a:extLst>
                </a:gridCol>
                <a:gridCol w="2442599">
                  <a:extLst>
                    <a:ext uri="{9D8B030D-6E8A-4147-A177-3AD203B41FA5}">
                      <a16:colId xmlns:a16="http://schemas.microsoft.com/office/drawing/2014/main" val="364920632"/>
                    </a:ext>
                  </a:extLst>
                </a:gridCol>
                <a:gridCol w="2428800">
                  <a:extLst>
                    <a:ext uri="{9D8B030D-6E8A-4147-A177-3AD203B41FA5}">
                      <a16:colId xmlns:a16="http://schemas.microsoft.com/office/drawing/2014/main" val="3723498948"/>
                    </a:ext>
                  </a:extLst>
                </a:gridCol>
              </a:tblGrid>
              <a:tr h="253707">
                <a:tc gridSpan="2">
                  <a:txBody>
                    <a:bodyPr/>
                    <a:lstStyle/>
                    <a:p>
                      <a:pPr algn="ctr" fontAlgn="ctr"/>
                      <a:r>
                        <a:rPr lang="en-US" sz="1300" b="1" i="0" u="none" strike="noStrike">
                          <a:solidFill>
                            <a:srgbClr val="FFFFFF"/>
                          </a:solidFill>
                          <a:effectLst/>
                          <a:latin typeface="Aptos Narrow" panose="020B0004020202020204" pitchFamily="34" charset="0"/>
                        </a:rPr>
                        <a:t>SWOT-</a:t>
                      </a:r>
                      <a:r>
                        <a:rPr lang="en-US" sz="1300" b="1" i="0" u="none" strike="noStrike" err="1">
                          <a:solidFill>
                            <a:srgbClr val="FFFFFF"/>
                          </a:solidFill>
                          <a:effectLst/>
                          <a:latin typeface="Aptos Narrow" panose="020B0004020202020204" pitchFamily="34" charset="0"/>
                        </a:rPr>
                        <a:t>analyse</a:t>
                      </a:r>
                      <a:r>
                        <a:rPr lang="en-US" sz="1300" b="1" i="0" u="none" strike="noStrike">
                          <a:solidFill>
                            <a:srgbClr val="FFFFFF"/>
                          </a:solidFill>
                          <a:effectLst/>
                          <a:latin typeface="Aptos Narrow" panose="020B0004020202020204" pitchFamily="34" charset="0"/>
                        </a:rPr>
                        <a:t> 2/2</a:t>
                      </a:r>
                    </a:p>
                  </a:txBody>
                  <a:tcPr marL="171450" marR="9525" marT="9525" anchor="ctr">
                    <a:lnL>
                      <a:noFill/>
                    </a:lnL>
                    <a:lnR>
                      <a:noFill/>
                    </a:lnR>
                    <a:lnT>
                      <a:noFill/>
                    </a:lnT>
                    <a:lnB w="12700" cap="flat" cmpd="sng" algn="ctr">
                      <a:solidFill>
                        <a:srgbClr val="000000"/>
                      </a:solidFill>
                      <a:prstDash val="solid"/>
                      <a:round/>
                      <a:headEnd type="none" w="med" len="med"/>
                      <a:tailEnd type="none" w="med" len="med"/>
                    </a:lnB>
                    <a:solidFill>
                      <a:srgbClr val="000000"/>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anchor="b">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36531650"/>
                  </a:ext>
                </a:extLst>
              </a:tr>
              <a:tr h="223186">
                <a:tc>
                  <a:txBody>
                    <a:bodyPr/>
                    <a:lstStyle/>
                    <a:p>
                      <a:pPr algn="ctr" fontAlgn="ctr"/>
                      <a:r>
                        <a:rPr lang="en-US" sz="1100" b="1" i="0" u="none" strike="noStrike">
                          <a:solidFill>
                            <a:srgbClr val="000000"/>
                          </a:solidFill>
                          <a:effectLst/>
                          <a:latin typeface="Aptos Narrow" panose="020B0004020202020204" pitchFamily="34" charset="0"/>
                        </a:rPr>
                        <a:t>Navn</a:t>
                      </a:r>
                    </a:p>
                  </a:txBody>
                  <a:tcPr marL="9525" marR="9525" marT="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CCBDA"/>
                    </a:solidFill>
                  </a:tcPr>
                </a:tc>
                <a:tc>
                  <a:txBody>
                    <a:bodyPr/>
                    <a:lstStyle/>
                    <a:p>
                      <a:pPr algn="ctr" fontAlgn="ctr"/>
                      <a:r>
                        <a:rPr lang="en-US" sz="1100" b="1" i="0" u="none" strike="noStrike">
                          <a:solidFill>
                            <a:srgbClr val="000000"/>
                          </a:solidFill>
                          <a:effectLst/>
                          <a:latin typeface="Aptos Narrow" panose="020B0004020202020204" pitchFamily="34" charset="0"/>
                        </a:rPr>
                        <a:t>Strength</a:t>
                      </a:r>
                    </a:p>
                  </a:txBody>
                  <a:tcPr marL="9525" marR="9525" marT="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2CAB2"/>
                    </a:solidFill>
                  </a:tcPr>
                </a:tc>
                <a:tc>
                  <a:txBody>
                    <a:bodyPr/>
                    <a:lstStyle/>
                    <a:p>
                      <a:pPr algn="ctr" fontAlgn="ctr"/>
                      <a:r>
                        <a:rPr lang="en-US" sz="1100" b="1" i="0" u="none" strike="noStrike">
                          <a:solidFill>
                            <a:srgbClr val="000000"/>
                          </a:solidFill>
                          <a:effectLst/>
                          <a:latin typeface="Aptos Narrow" panose="020B0004020202020204" pitchFamily="34" charset="0"/>
                        </a:rPr>
                        <a:t>Weaknesses</a:t>
                      </a:r>
                    </a:p>
                  </a:txBody>
                  <a:tcPr marL="9525" marR="9525" marT="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3AEAD"/>
                    </a:solidFill>
                  </a:tcPr>
                </a:tc>
                <a:tc>
                  <a:txBody>
                    <a:bodyPr/>
                    <a:lstStyle/>
                    <a:p>
                      <a:pPr algn="ctr" fontAlgn="ctr"/>
                      <a:r>
                        <a:rPr lang="en-US" sz="1100" b="1" i="0" u="none" strike="noStrike">
                          <a:solidFill>
                            <a:srgbClr val="000000"/>
                          </a:solidFill>
                          <a:effectLst/>
                          <a:latin typeface="Aptos Narrow" panose="020B0004020202020204" pitchFamily="34" charset="0"/>
                        </a:rPr>
                        <a:t>Opportunities</a:t>
                      </a:r>
                    </a:p>
                  </a:txBody>
                  <a:tcPr marL="9525" marR="9525" marT="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2D7AE"/>
                    </a:solidFill>
                  </a:tcPr>
                </a:tc>
                <a:tc>
                  <a:txBody>
                    <a:bodyPr/>
                    <a:lstStyle/>
                    <a:p>
                      <a:pPr algn="ctr" fontAlgn="ctr"/>
                      <a:r>
                        <a:rPr lang="en-US" sz="1100" b="1" i="0" u="none" strike="noStrike">
                          <a:solidFill>
                            <a:srgbClr val="000000"/>
                          </a:solidFill>
                          <a:effectLst/>
                          <a:latin typeface="Aptos Narrow" panose="020B0004020202020204" pitchFamily="34" charset="0"/>
                        </a:rPr>
                        <a:t>Threats</a:t>
                      </a:r>
                    </a:p>
                  </a:txBody>
                  <a:tcPr marL="9525" marR="9525" marT="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3B0BA"/>
                    </a:solidFill>
                  </a:tcPr>
                </a:tc>
                <a:extLst>
                  <a:ext uri="{0D108BD9-81ED-4DB2-BD59-A6C34878D82A}">
                    <a16:rowId xmlns:a16="http://schemas.microsoft.com/office/drawing/2014/main" val="963578750"/>
                  </a:ext>
                </a:extLst>
              </a:tr>
              <a:tr h="1775462">
                <a:tc>
                  <a:txBody>
                    <a:bodyPr/>
                    <a:lstStyle/>
                    <a:p>
                      <a:pPr algn="ctr" fontAlgn="ctr"/>
                      <a:r>
                        <a:rPr lang="en-US" sz="1100" b="0" i="0" u="none" strike="noStrike">
                          <a:solidFill>
                            <a:srgbClr val="000000"/>
                          </a:solidFill>
                          <a:effectLst/>
                          <a:latin typeface="Aptos Narrow" panose="020B0004020202020204" pitchFamily="34" charset="0"/>
                        </a:rPr>
                        <a:t>Lucas</a:t>
                      </a:r>
                    </a:p>
                  </a:txBody>
                  <a:tcPr marL="9525" marR="9525" marT="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l" fontAlgn="ctr"/>
                      <a:r>
                        <a:rPr lang="en-US" sz="1100" b="0" i="0" u="none" strike="noStrike">
                          <a:solidFill>
                            <a:srgbClr val="000000"/>
                          </a:solidFill>
                          <a:effectLst/>
                          <a:latin typeface="Aptos Narrow" panose="020B0004020202020204" pitchFamily="34" charset="0"/>
                        </a:rPr>
                        <a:t>Kreativ og løsningsorientert,</a:t>
                      </a:r>
                      <a:br>
                        <a:rPr lang="en-US" sz="1100" b="0" i="0" u="none" strike="noStrike">
                          <a:solidFill>
                            <a:srgbClr val="000000"/>
                          </a:solidFill>
                          <a:effectLst/>
                          <a:latin typeface="Aptos Narrow" panose="020B0004020202020204" pitchFamily="34" charset="0"/>
                        </a:rPr>
                      </a:br>
                      <a:r>
                        <a:rPr lang="en-US" sz="1100" b="0" i="0" u="none" strike="noStrike">
                          <a:solidFill>
                            <a:srgbClr val="000000"/>
                          </a:solidFill>
                          <a:effectLst/>
                          <a:latin typeface="Aptos Narrow" panose="020B0004020202020204" pitchFamily="34" charset="0"/>
                        </a:rPr>
                        <a:t>Glad og optimistisk til invendinger,</a:t>
                      </a:r>
                      <a:br>
                        <a:rPr lang="en-US" sz="1100" b="0" i="0" u="none" strike="noStrike">
                          <a:solidFill>
                            <a:srgbClr val="000000"/>
                          </a:solidFill>
                          <a:effectLst/>
                          <a:latin typeface="Aptos Narrow" panose="020B0004020202020204" pitchFamily="34" charset="0"/>
                        </a:rPr>
                      </a:br>
                      <a:r>
                        <a:rPr lang="en-US" sz="1100" b="0" i="0" u="none" strike="noStrike">
                          <a:solidFill>
                            <a:srgbClr val="000000"/>
                          </a:solidFill>
                          <a:effectLst/>
                          <a:latin typeface="Aptos Narrow" panose="020B0004020202020204" pitchFamily="34" charset="0"/>
                        </a:rPr>
                        <a:t>Reflektert og klar over egne feil, samt positivt innstilt til nye utfordringer og læring</a:t>
                      </a:r>
                    </a:p>
                  </a:txBody>
                  <a:tcPr marL="9525" marR="9525" marT="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ctr"/>
                      <a:r>
                        <a:rPr lang="en-US" sz="1100" b="0" i="0" u="none" strike="noStrike">
                          <a:solidFill>
                            <a:srgbClr val="000000"/>
                          </a:solidFill>
                          <a:effectLst/>
                          <a:latin typeface="Aptos Narrow" panose="020B0004020202020204" pitchFamily="34" charset="0"/>
                        </a:rPr>
                        <a:t>Lett distrahert,</a:t>
                      </a:r>
                      <a:br>
                        <a:rPr lang="en-US" sz="1100" b="0" i="0" u="none" strike="noStrike">
                          <a:solidFill>
                            <a:srgbClr val="000000"/>
                          </a:solidFill>
                          <a:effectLst/>
                          <a:latin typeface="Aptos Narrow" panose="020B0004020202020204" pitchFamily="34" charset="0"/>
                        </a:rPr>
                      </a:br>
                      <a:r>
                        <a:rPr lang="en-US" sz="1100" b="0" i="0" u="none" strike="noStrike">
                          <a:solidFill>
                            <a:srgbClr val="000000"/>
                          </a:solidFill>
                          <a:effectLst/>
                          <a:latin typeface="Aptos Narrow" panose="020B0004020202020204" pitchFamily="34" charset="0"/>
                        </a:rPr>
                        <a:t>Kan oppfattes overkjørende,</a:t>
                      </a:r>
                      <a:br>
                        <a:rPr lang="en-US" sz="1100" b="0" i="0" u="none" strike="noStrike">
                          <a:solidFill>
                            <a:srgbClr val="000000"/>
                          </a:solidFill>
                          <a:effectLst/>
                          <a:latin typeface="Aptos Narrow" panose="020B0004020202020204" pitchFamily="34" charset="0"/>
                        </a:rPr>
                      </a:br>
                      <a:r>
                        <a:rPr lang="en-US" sz="1100" b="0" i="0" u="none" strike="noStrike">
                          <a:solidFill>
                            <a:srgbClr val="000000"/>
                          </a:solidFill>
                          <a:effectLst/>
                          <a:latin typeface="Aptos Narrow" panose="020B0004020202020204" pitchFamily="34" charset="0"/>
                        </a:rPr>
                        <a:t>Jobber best i kortere perioder,</a:t>
                      </a:r>
                      <a:br>
                        <a:rPr lang="en-US" sz="1100" b="0" i="0" u="none" strike="noStrike">
                          <a:solidFill>
                            <a:srgbClr val="000000"/>
                          </a:solidFill>
                          <a:effectLst/>
                          <a:latin typeface="Aptos Narrow" panose="020B0004020202020204" pitchFamily="34" charset="0"/>
                        </a:rPr>
                      </a:br>
                      <a:r>
                        <a:rPr lang="en-US" sz="1100" b="0" i="0" u="none" strike="noStrike">
                          <a:solidFill>
                            <a:srgbClr val="000000"/>
                          </a:solidFill>
                          <a:effectLst/>
                          <a:latin typeface="Aptos Narrow" panose="020B0004020202020204" pitchFamily="34" charset="0"/>
                        </a:rPr>
                        <a:t>Snakker for mye,</a:t>
                      </a:r>
                      <a:br>
                        <a:rPr lang="en-US" sz="1100" b="0" i="0" u="none" strike="noStrike">
                          <a:solidFill>
                            <a:srgbClr val="000000"/>
                          </a:solidFill>
                          <a:effectLst/>
                          <a:latin typeface="Aptos Narrow" panose="020B0004020202020204" pitchFamily="34" charset="0"/>
                        </a:rPr>
                      </a:br>
                      <a:r>
                        <a:rPr lang="en-US" sz="1100" b="0" i="0" u="none" strike="noStrike">
                          <a:solidFill>
                            <a:srgbClr val="000000"/>
                          </a:solidFill>
                          <a:effectLst/>
                          <a:latin typeface="Aptos Narrow" panose="020B0004020202020204" pitchFamily="34" charset="0"/>
                        </a:rPr>
                        <a:t>Overkompliserer oppgaver,</a:t>
                      </a:r>
                      <a:br>
                        <a:rPr lang="en-US" sz="1100" b="0" i="0" u="none" strike="noStrike">
                          <a:solidFill>
                            <a:srgbClr val="000000"/>
                          </a:solidFill>
                          <a:effectLst/>
                          <a:latin typeface="Aptos Narrow" panose="020B0004020202020204" pitchFamily="34" charset="0"/>
                        </a:rPr>
                      </a:br>
                      <a:r>
                        <a:rPr lang="en-US" sz="1100" b="0" i="0" u="none" strike="noStrike">
                          <a:solidFill>
                            <a:srgbClr val="000000"/>
                          </a:solidFill>
                          <a:effectLst/>
                          <a:latin typeface="Aptos Narrow" panose="020B0004020202020204" pitchFamily="34" charset="0"/>
                        </a:rPr>
                        <a:t>Overkritisk til gruppe og egne prestasjoner, liker best å jobbe alene, forventningsfull, naiv, kan slite med å sitte stille, kan være litt rotete, samt litt overalt</a:t>
                      </a:r>
                    </a:p>
                  </a:txBody>
                  <a:tcPr marL="9525" marR="9525" marT="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CCD5"/>
                    </a:solidFill>
                  </a:tcPr>
                </a:tc>
                <a:tc>
                  <a:txBody>
                    <a:bodyPr/>
                    <a:lstStyle/>
                    <a:p>
                      <a:pPr algn="l" fontAlgn="ctr"/>
                      <a:r>
                        <a:rPr lang="en-US" sz="1100" b="0" i="0" u="none" strike="noStrike">
                          <a:solidFill>
                            <a:srgbClr val="000000"/>
                          </a:solidFill>
                          <a:effectLst/>
                          <a:latin typeface="Aptos Narrow" panose="020B0004020202020204" pitchFamily="34" charset="0"/>
                        </a:rPr>
                        <a:t>Jobber veldig effektivt ved interesse,</a:t>
                      </a:r>
                      <a:br>
                        <a:rPr lang="en-US" sz="1100" b="0" i="0" u="none" strike="noStrike">
                          <a:solidFill>
                            <a:srgbClr val="000000"/>
                          </a:solidFill>
                          <a:effectLst/>
                          <a:latin typeface="Aptos Narrow" panose="020B0004020202020204" pitchFamily="34" charset="0"/>
                        </a:rPr>
                      </a:br>
                      <a:r>
                        <a:rPr lang="en-US" sz="1100" b="0" i="0" u="none" strike="noStrike">
                          <a:solidFill>
                            <a:srgbClr val="000000"/>
                          </a:solidFill>
                          <a:effectLst/>
                          <a:latin typeface="Aptos Narrow" panose="020B0004020202020204" pitchFamily="34" charset="0"/>
                        </a:rPr>
                        <a:t>Kan lære fort,</a:t>
                      </a:r>
                      <a:br>
                        <a:rPr lang="en-US" sz="1100" b="0" i="0" u="none" strike="noStrike">
                          <a:solidFill>
                            <a:srgbClr val="000000"/>
                          </a:solidFill>
                          <a:effectLst/>
                          <a:latin typeface="Aptos Narrow" panose="020B0004020202020204" pitchFamily="34" charset="0"/>
                        </a:rPr>
                      </a:br>
                      <a:r>
                        <a:rPr lang="en-US" sz="1100" b="0" i="0" u="none" strike="noStrike">
                          <a:solidFill>
                            <a:srgbClr val="000000"/>
                          </a:solidFill>
                          <a:effectLst/>
                          <a:latin typeface="Aptos Narrow" panose="020B0004020202020204" pitchFamily="34" charset="0"/>
                        </a:rPr>
                        <a:t>God på brainstorming,</a:t>
                      </a:r>
                      <a:br>
                        <a:rPr lang="en-US" sz="1100" b="0" i="0" u="none" strike="noStrike">
                          <a:solidFill>
                            <a:srgbClr val="000000"/>
                          </a:solidFill>
                          <a:effectLst/>
                          <a:latin typeface="Aptos Narrow" panose="020B0004020202020204" pitchFamily="34" charset="0"/>
                        </a:rPr>
                      </a:br>
                      <a:r>
                        <a:rPr lang="en-US" sz="1100" b="0" i="0" u="none" strike="noStrike">
                          <a:solidFill>
                            <a:srgbClr val="000000"/>
                          </a:solidFill>
                          <a:effectLst/>
                          <a:latin typeface="Aptos Narrow" panose="020B0004020202020204" pitchFamily="34" charset="0"/>
                        </a:rPr>
                        <a:t>God til å snakke/selge,</a:t>
                      </a:r>
                      <a:br>
                        <a:rPr lang="en-US" sz="1100" b="0" i="0" u="none" strike="noStrike">
                          <a:solidFill>
                            <a:srgbClr val="000000"/>
                          </a:solidFill>
                          <a:effectLst/>
                          <a:latin typeface="Aptos Narrow" panose="020B0004020202020204" pitchFamily="34" charset="0"/>
                        </a:rPr>
                      </a:br>
                      <a:r>
                        <a:rPr lang="en-US" sz="1100" b="0" i="0" u="none" strike="noStrike">
                          <a:solidFill>
                            <a:srgbClr val="000000"/>
                          </a:solidFill>
                          <a:effectLst/>
                          <a:latin typeface="Aptos Narrow" panose="020B0004020202020204" pitchFamily="34" charset="0"/>
                        </a:rPr>
                        <a:t>Respekterer alle meninger</a:t>
                      </a:r>
                    </a:p>
                  </a:txBody>
                  <a:tcPr marL="9525" marR="9525" marT="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FFD6"/>
                    </a:solidFill>
                  </a:tcPr>
                </a:tc>
                <a:tc>
                  <a:txBody>
                    <a:bodyPr/>
                    <a:lstStyle/>
                    <a:p>
                      <a:pPr algn="l" fontAlgn="ctr"/>
                      <a:r>
                        <a:rPr lang="en-US" sz="1100" b="0" i="0" u="none" strike="noStrike">
                          <a:solidFill>
                            <a:srgbClr val="000000"/>
                          </a:solidFill>
                          <a:effectLst/>
                          <a:latin typeface="Aptos Narrow" panose="020B0004020202020204" pitchFamily="34" charset="0"/>
                        </a:rPr>
                        <a:t>Uenigheter,</a:t>
                      </a:r>
                      <a:br>
                        <a:rPr lang="en-US" sz="1100" b="0" i="0" u="none" strike="noStrike">
                          <a:solidFill>
                            <a:srgbClr val="000000"/>
                          </a:solidFill>
                          <a:effectLst/>
                          <a:latin typeface="Aptos Narrow" panose="020B0004020202020204" pitchFamily="34" charset="0"/>
                        </a:rPr>
                      </a:br>
                      <a:r>
                        <a:rPr lang="en-US" sz="1100" b="0" i="0" u="none" strike="noStrike">
                          <a:solidFill>
                            <a:srgbClr val="000000"/>
                          </a:solidFill>
                          <a:effectLst/>
                          <a:latin typeface="Aptos Narrow" panose="020B0004020202020204" pitchFamily="34" charset="0"/>
                        </a:rPr>
                        <a:t>Seperasjon mellom gruppens preferanser om prosjektet og egne,</a:t>
                      </a:r>
                      <a:br>
                        <a:rPr lang="en-US" sz="1100" b="0" i="0" u="none" strike="noStrike">
                          <a:solidFill>
                            <a:srgbClr val="000000"/>
                          </a:solidFill>
                          <a:effectLst/>
                          <a:latin typeface="Aptos Narrow" panose="020B0004020202020204" pitchFamily="34" charset="0"/>
                        </a:rPr>
                      </a:br>
                      <a:r>
                        <a:rPr lang="en-US" sz="1100" b="0" i="0" u="none" strike="noStrike">
                          <a:solidFill>
                            <a:srgbClr val="000000"/>
                          </a:solidFill>
                          <a:effectLst/>
                          <a:latin typeface="Aptos Narrow" panose="020B0004020202020204" pitchFamily="34" charset="0"/>
                        </a:rPr>
                        <a:t>Fiksering på oppgave </a:t>
                      </a:r>
                    </a:p>
                  </a:txBody>
                  <a:tcPr marL="9525" marR="9525" marT="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1096499233"/>
                  </a:ext>
                </a:extLst>
              </a:tr>
              <a:tr h="3366939">
                <a:tc>
                  <a:txBody>
                    <a:bodyPr/>
                    <a:lstStyle/>
                    <a:p>
                      <a:pPr algn="ctr" fontAlgn="ctr"/>
                      <a:r>
                        <a:rPr lang="en-US" sz="1100" b="0" i="0" u="none" strike="noStrike">
                          <a:solidFill>
                            <a:srgbClr val="000000"/>
                          </a:solidFill>
                          <a:effectLst/>
                          <a:latin typeface="Aptos Narrow" panose="020B0004020202020204" pitchFamily="34" charset="0"/>
                        </a:rPr>
                        <a:t>Mia</a:t>
                      </a:r>
                    </a:p>
                  </a:txBody>
                  <a:tcPr marL="9525" marR="9525" marT="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tc>
                  <a:txBody>
                    <a:bodyPr/>
                    <a:lstStyle/>
                    <a:p>
                      <a:pPr algn="l" fontAlgn="ctr"/>
                      <a:r>
                        <a:rPr lang="en-US" sz="1100" b="0" i="0" u="none" strike="noStrike">
                          <a:solidFill>
                            <a:srgbClr val="000000"/>
                          </a:solidFill>
                          <a:effectLst/>
                          <a:latin typeface="Aptos Narrow" panose="020B0004020202020204" pitchFamily="34" charset="0"/>
                        </a:rPr>
                        <a:t>Strukturert og effektiv med høy arbeidskapasitet. God på problemløsning. </a:t>
                      </a:r>
                      <a:br>
                        <a:rPr lang="en-US" sz="1100" b="0" i="0" u="none" strike="noStrike">
                          <a:solidFill>
                            <a:srgbClr val="000000"/>
                          </a:solidFill>
                          <a:effectLst/>
                          <a:latin typeface="Aptos Narrow" panose="020B0004020202020204" pitchFamily="34" charset="0"/>
                        </a:rPr>
                      </a:br>
                      <a:r>
                        <a:rPr lang="en-US" sz="1100" b="0" i="0" u="none" strike="noStrike">
                          <a:solidFill>
                            <a:srgbClr val="000000"/>
                          </a:solidFill>
                          <a:effectLst/>
                          <a:latin typeface="Aptos Narrow" panose="020B0004020202020204" pitchFamily="34" charset="0"/>
                        </a:rPr>
                        <a:t>Arbeidserfaring gjennom drift av butikk og nettbutikk, regnskap og saksbehandling i SPK (gjennom samtidig innføring av nytt saksbehandlingssystem, så jeg har opplevd å være på «andre siden»)</a:t>
                      </a:r>
                      <a:br>
                        <a:rPr lang="en-US" sz="1100" b="0" i="0" u="none" strike="noStrike">
                          <a:solidFill>
                            <a:srgbClr val="000000"/>
                          </a:solidFill>
                          <a:effectLst/>
                          <a:latin typeface="Aptos Narrow" panose="020B0004020202020204" pitchFamily="34" charset="0"/>
                        </a:rPr>
                      </a:br>
                      <a:r>
                        <a:rPr lang="en-US" sz="1100" b="0" i="0" u="none" strike="noStrike">
                          <a:solidFill>
                            <a:srgbClr val="000000"/>
                          </a:solidFill>
                          <a:effectLst/>
                          <a:latin typeface="Aptos Narrow" panose="020B0004020202020204" pitchFamily="34" charset="0"/>
                        </a:rPr>
                        <a:t>Bachelor i markedskommunikasjon fra BI(2007), mye erfaring med kommunikasjon og ledelse.</a:t>
                      </a:r>
                      <a:br>
                        <a:rPr lang="en-US" sz="1100" b="0" i="0" u="none" strike="noStrike">
                          <a:solidFill>
                            <a:srgbClr val="000000"/>
                          </a:solidFill>
                          <a:effectLst/>
                          <a:latin typeface="Aptos Narrow" panose="020B0004020202020204" pitchFamily="34" charset="0"/>
                        </a:rPr>
                      </a:br>
                      <a:r>
                        <a:rPr lang="en-US" sz="1100" b="0" i="0" u="none" strike="noStrike">
                          <a:solidFill>
                            <a:srgbClr val="000000"/>
                          </a:solidFill>
                          <a:effectLst/>
                          <a:latin typeface="Aptos Narrow" panose="020B0004020202020204" pitchFamily="34" charset="0"/>
                        </a:rPr>
                        <a:t>Er veldig kreativ og har erfaring med design gjennom jobb og et år på Visuell Kommunikasjon. (Gamle HIBU)</a:t>
                      </a:r>
                      <a:br>
                        <a:rPr lang="en-US" sz="1100" b="0" i="0" u="none" strike="noStrike">
                          <a:solidFill>
                            <a:srgbClr val="000000"/>
                          </a:solidFill>
                          <a:effectLst/>
                          <a:latin typeface="Aptos Narrow" panose="020B0004020202020204" pitchFamily="34" charset="0"/>
                        </a:rPr>
                      </a:br>
                      <a:r>
                        <a:rPr lang="en-US" sz="1100" b="0" i="0" u="none" strike="noStrike">
                          <a:solidFill>
                            <a:srgbClr val="000000"/>
                          </a:solidFill>
                          <a:effectLst/>
                          <a:latin typeface="Aptos Narrow" panose="020B0004020202020204" pitchFamily="34" charset="0"/>
                        </a:rPr>
                        <a:t>Støttende, lojal og til å stole på. Gjør det jeg skal, når jeg skal. Tålmodig og målrettet. Liker å «krysse ting av lista». Kan ta initiativ til og sette i gang arbeid.</a:t>
                      </a:r>
                    </a:p>
                  </a:txBody>
                  <a:tcPr marL="9525" marR="9525" marT="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F2D0"/>
                    </a:solidFill>
                  </a:tcPr>
                </a:tc>
                <a:tc>
                  <a:txBody>
                    <a:bodyPr/>
                    <a:lstStyle/>
                    <a:p>
                      <a:pPr algn="l" fontAlgn="ctr"/>
                      <a:r>
                        <a:rPr lang="en-US" sz="1100" b="0" i="0" u="none" strike="noStrike">
                          <a:solidFill>
                            <a:srgbClr val="000000"/>
                          </a:solidFill>
                          <a:effectLst/>
                          <a:latin typeface="Aptos Narrow" panose="020B0004020202020204" pitchFamily="34" charset="0"/>
                        </a:rPr>
                        <a:t>Jeg er et følelsesmenneske som føler og tenker mye, og vender alt innover så det ikke er synlig for andre. Ting kan gå veldig inn på meg, og jeg er veldig privat.</a:t>
                      </a:r>
                      <a:br>
                        <a:rPr lang="en-US" sz="1100" b="0" i="0" u="none" strike="noStrike">
                          <a:solidFill>
                            <a:srgbClr val="000000"/>
                          </a:solidFill>
                          <a:effectLst/>
                          <a:latin typeface="Aptos Narrow" panose="020B0004020202020204" pitchFamily="34" charset="0"/>
                        </a:rPr>
                      </a:br>
                      <a:r>
                        <a:rPr lang="en-US" sz="1100" b="0" i="0" u="none" strike="noStrike">
                          <a:solidFill>
                            <a:srgbClr val="000000"/>
                          </a:solidFill>
                          <a:effectLst/>
                          <a:latin typeface="Aptos Narrow" panose="020B0004020202020204" pitchFamily="34" charset="0"/>
                        </a:rPr>
                        <a:t>Trenger mye tid og ro til å gruble alene over problemstillinger. Blir lett distrahert og ukonsentrert f.eks ved arbeid i klasserom.</a:t>
                      </a:r>
                      <a:br>
                        <a:rPr lang="en-US" sz="1100" b="0" i="0" u="none" strike="noStrike">
                          <a:solidFill>
                            <a:srgbClr val="000000"/>
                          </a:solidFill>
                          <a:effectLst/>
                          <a:latin typeface="Aptos Narrow" panose="020B0004020202020204" pitchFamily="34" charset="0"/>
                        </a:rPr>
                      </a:br>
                      <a:r>
                        <a:rPr lang="en-US" sz="1100" b="0" i="0" u="none" strike="noStrike">
                          <a:solidFill>
                            <a:srgbClr val="000000"/>
                          </a:solidFill>
                          <a:effectLst/>
                          <a:latin typeface="Aptos Narrow" panose="020B0004020202020204" pitchFamily="34" charset="0"/>
                        </a:rPr>
                        <a:t>Er ikke god til å stole på egen kompetanse og ferdigheter, kan fort snakke (og tenke) ned meg selv.</a:t>
                      </a:r>
                      <a:br>
                        <a:rPr lang="en-US" sz="1100" b="0" i="0" u="none" strike="noStrike">
                          <a:solidFill>
                            <a:srgbClr val="000000"/>
                          </a:solidFill>
                          <a:effectLst/>
                          <a:latin typeface="Aptos Narrow" panose="020B0004020202020204" pitchFamily="34" charset="0"/>
                        </a:rPr>
                      </a:br>
                      <a:r>
                        <a:rPr lang="en-US" sz="1100" b="0" i="0" u="none" strike="noStrike">
                          <a:solidFill>
                            <a:srgbClr val="000000"/>
                          </a:solidFill>
                          <a:effectLst/>
                          <a:latin typeface="Aptos Narrow" panose="020B0004020202020204" pitchFamily="34" charset="0"/>
                        </a:rPr>
                        <a:t>Ikke så god til å formidle og forklare andre det jeg forstår og kan.</a:t>
                      </a:r>
                    </a:p>
                  </a:txBody>
                  <a:tcPr marL="9525" marR="9525" marT="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CCD5"/>
                    </a:solidFill>
                  </a:tcPr>
                </a:tc>
                <a:tc>
                  <a:txBody>
                    <a:bodyPr/>
                    <a:lstStyle/>
                    <a:p>
                      <a:pPr algn="l" fontAlgn="ctr"/>
                      <a:r>
                        <a:rPr lang="en-US" sz="1100" b="0" i="0" u="none" strike="noStrike">
                          <a:solidFill>
                            <a:srgbClr val="000000"/>
                          </a:solidFill>
                          <a:effectLst/>
                          <a:latin typeface="Aptos Narrow" panose="020B0004020202020204" pitchFamily="34" charset="0"/>
                        </a:rPr>
                        <a:t>Bli bedre til å stole på egen kompetanse og klare å formidle den til gruppa.</a:t>
                      </a:r>
                      <a:br>
                        <a:rPr lang="en-US" sz="1100" b="0" i="0" u="none" strike="noStrike">
                          <a:solidFill>
                            <a:srgbClr val="000000"/>
                          </a:solidFill>
                          <a:effectLst/>
                          <a:latin typeface="Aptos Narrow" panose="020B0004020202020204" pitchFamily="34" charset="0"/>
                        </a:rPr>
                      </a:br>
                      <a:r>
                        <a:rPr lang="en-US" sz="1100" b="0" i="0" u="none" strike="noStrike">
                          <a:solidFill>
                            <a:srgbClr val="000000"/>
                          </a:solidFill>
                          <a:effectLst/>
                          <a:latin typeface="Aptos Narrow" panose="020B0004020202020204" pitchFamily="34" charset="0"/>
                        </a:rPr>
                        <a:t>Bli tryggere på å prate og forklare, og presentere arbeid for andre.</a:t>
                      </a:r>
                      <a:br>
                        <a:rPr lang="en-US" sz="1100" b="0" i="0" u="none" strike="noStrike">
                          <a:solidFill>
                            <a:srgbClr val="000000"/>
                          </a:solidFill>
                          <a:effectLst/>
                          <a:latin typeface="Aptos Narrow" panose="020B0004020202020204" pitchFamily="34" charset="0"/>
                        </a:rPr>
                      </a:br>
                      <a:r>
                        <a:rPr lang="en-US" sz="1100" b="0" i="0" u="none" strike="noStrike">
                          <a:solidFill>
                            <a:srgbClr val="000000"/>
                          </a:solidFill>
                          <a:effectLst/>
                          <a:latin typeface="Aptos Narrow" panose="020B0004020202020204" pitchFamily="34" charset="0"/>
                        </a:rPr>
                        <a:t>Lære å bruke strategier og verktøy for bedre organisering og samarbeid i gruppa.</a:t>
                      </a:r>
                    </a:p>
                  </a:txBody>
                  <a:tcPr marL="9525" marR="9525" marT="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FFD6"/>
                    </a:solidFill>
                  </a:tcPr>
                </a:tc>
                <a:tc>
                  <a:txBody>
                    <a:bodyPr/>
                    <a:lstStyle/>
                    <a:p>
                      <a:pPr algn="l" fontAlgn="ctr"/>
                      <a:r>
                        <a:rPr lang="en-US" sz="1100" b="0" i="0" u="none" strike="noStrike">
                          <a:solidFill>
                            <a:srgbClr val="000000"/>
                          </a:solidFill>
                          <a:effectLst/>
                          <a:latin typeface="Aptos Narrow" panose="020B0004020202020204" pitchFamily="34" charset="0"/>
                        </a:rPr>
                        <a:t>Liker å </a:t>
                      </a:r>
                      <a:r>
                        <a:rPr lang="en-US" sz="1100" b="0" i="0" u="none" strike="noStrike" err="1">
                          <a:solidFill>
                            <a:srgbClr val="000000"/>
                          </a:solidFill>
                          <a:effectLst/>
                          <a:latin typeface="Aptos Narrow" panose="020B0004020202020204" pitchFamily="34" charset="0"/>
                        </a:rPr>
                        <a:t>følge</a:t>
                      </a:r>
                      <a:r>
                        <a:rPr lang="en-US" sz="1100" b="0" i="0" u="none" strike="noStrike">
                          <a:solidFill>
                            <a:srgbClr val="000000"/>
                          </a:solidFill>
                          <a:effectLst/>
                          <a:latin typeface="Aptos Narrow" panose="020B0004020202020204" pitchFamily="34" charset="0"/>
                        </a:rPr>
                        <a:t> </a:t>
                      </a:r>
                      <a:r>
                        <a:rPr lang="en-US" sz="1100" b="0" i="0" u="none" strike="noStrike" err="1">
                          <a:solidFill>
                            <a:srgbClr val="000000"/>
                          </a:solidFill>
                          <a:effectLst/>
                          <a:latin typeface="Aptos Narrow" panose="020B0004020202020204" pitchFamily="34" charset="0"/>
                        </a:rPr>
                        <a:t>en</a:t>
                      </a:r>
                      <a:r>
                        <a:rPr lang="en-US" sz="1100" b="0" i="0" u="none" strike="noStrike">
                          <a:solidFill>
                            <a:srgbClr val="000000"/>
                          </a:solidFill>
                          <a:effectLst/>
                          <a:latin typeface="Aptos Narrow" panose="020B0004020202020204" pitchFamily="34" charset="0"/>
                        </a:rPr>
                        <a:t> plan, </a:t>
                      </a:r>
                      <a:r>
                        <a:rPr lang="en-US" sz="1100" b="0" i="0" u="none" strike="noStrike" err="1">
                          <a:solidFill>
                            <a:srgbClr val="000000"/>
                          </a:solidFill>
                          <a:effectLst/>
                          <a:latin typeface="Aptos Narrow" panose="020B0004020202020204" pitchFamily="34" charset="0"/>
                        </a:rPr>
                        <a:t>ikke</a:t>
                      </a:r>
                      <a:r>
                        <a:rPr lang="en-US" sz="1100" b="0" i="0" u="none" strike="noStrike">
                          <a:solidFill>
                            <a:srgbClr val="000000"/>
                          </a:solidFill>
                          <a:effectLst/>
                          <a:latin typeface="Aptos Narrow" panose="020B0004020202020204" pitchFamily="34" charset="0"/>
                        </a:rPr>
                        <a:t> </a:t>
                      </a:r>
                      <a:r>
                        <a:rPr lang="en-US" sz="1100" b="0" i="0" u="none" strike="noStrike" err="1">
                          <a:solidFill>
                            <a:srgbClr val="000000"/>
                          </a:solidFill>
                          <a:effectLst/>
                          <a:latin typeface="Aptos Narrow" panose="020B0004020202020204" pitchFamily="34" charset="0"/>
                        </a:rPr>
                        <a:t>så</a:t>
                      </a:r>
                      <a:r>
                        <a:rPr lang="en-US" sz="1100" b="0" i="0" u="none" strike="noStrike">
                          <a:solidFill>
                            <a:srgbClr val="000000"/>
                          </a:solidFill>
                          <a:effectLst/>
                          <a:latin typeface="Aptos Narrow" panose="020B0004020202020204" pitchFamily="34" charset="0"/>
                        </a:rPr>
                        <a:t> glad </a:t>
                      </a:r>
                      <a:r>
                        <a:rPr lang="en-US" sz="1100" b="0" i="0" u="none" strike="noStrike" err="1">
                          <a:solidFill>
                            <a:srgbClr val="000000"/>
                          </a:solidFill>
                          <a:effectLst/>
                          <a:latin typeface="Aptos Narrow" panose="020B0004020202020204" pitchFamily="34" charset="0"/>
                        </a:rPr>
                        <a:t>i</a:t>
                      </a:r>
                      <a:r>
                        <a:rPr lang="en-US" sz="1100" b="0" i="0" u="none" strike="noStrike">
                          <a:solidFill>
                            <a:srgbClr val="000000"/>
                          </a:solidFill>
                          <a:effectLst/>
                          <a:latin typeface="Aptos Narrow" panose="020B0004020202020204" pitchFamily="34" charset="0"/>
                        </a:rPr>
                        <a:t> </a:t>
                      </a:r>
                      <a:r>
                        <a:rPr lang="en-US" sz="1100" b="0" i="0" u="none" strike="noStrike" err="1">
                          <a:solidFill>
                            <a:srgbClr val="000000"/>
                          </a:solidFill>
                          <a:effectLst/>
                          <a:latin typeface="Aptos Narrow" panose="020B0004020202020204" pitchFamily="34" charset="0"/>
                        </a:rPr>
                        <a:t>endringer</a:t>
                      </a:r>
                      <a:r>
                        <a:rPr lang="en-US" sz="1100" b="0" i="0" u="none" strike="noStrike">
                          <a:solidFill>
                            <a:srgbClr val="000000"/>
                          </a:solidFill>
                          <a:effectLst/>
                          <a:latin typeface="Aptos Narrow" panose="020B0004020202020204" pitchFamily="34" charset="0"/>
                        </a:rPr>
                        <a:t>. </a:t>
                      </a:r>
                      <a:br>
                        <a:rPr lang="en-US" sz="1100" b="0" i="0" u="none" strike="noStrike">
                          <a:solidFill>
                            <a:srgbClr val="000000"/>
                          </a:solidFill>
                          <a:effectLst/>
                          <a:latin typeface="Aptos Narrow" panose="020B0004020202020204" pitchFamily="34" charset="0"/>
                        </a:rPr>
                      </a:br>
                      <a:r>
                        <a:rPr lang="en-US" sz="1100" b="0" i="0" u="none" strike="noStrike">
                          <a:solidFill>
                            <a:srgbClr val="000000"/>
                          </a:solidFill>
                          <a:effectLst/>
                          <a:latin typeface="Aptos Narrow" panose="020B0004020202020204" pitchFamily="34" charset="0"/>
                        </a:rPr>
                        <a:t>Kan </a:t>
                      </a:r>
                      <a:r>
                        <a:rPr lang="en-US" sz="1100" b="0" i="0" u="none" strike="noStrike" err="1">
                          <a:solidFill>
                            <a:srgbClr val="000000"/>
                          </a:solidFill>
                          <a:effectLst/>
                          <a:latin typeface="Aptos Narrow" panose="020B0004020202020204" pitchFamily="34" charset="0"/>
                        </a:rPr>
                        <a:t>miste</a:t>
                      </a:r>
                      <a:r>
                        <a:rPr lang="en-US" sz="1100" b="0" i="0" u="none" strike="noStrike">
                          <a:solidFill>
                            <a:srgbClr val="000000"/>
                          </a:solidFill>
                          <a:effectLst/>
                          <a:latin typeface="Aptos Narrow" panose="020B0004020202020204" pitchFamily="34" charset="0"/>
                        </a:rPr>
                        <a:t> </a:t>
                      </a:r>
                      <a:r>
                        <a:rPr lang="en-US" sz="1100" b="0" i="0" u="none" strike="noStrike" err="1">
                          <a:solidFill>
                            <a:srgbClr val="000000"/>
                          </a:solidFill>
                          <a:effectLst/>
                          <a:latin typeface="Aptos Narrow" panose="020B0004020202020204" pitchFamily="34" charset="0"/>
                        </a:rPr>
                        <a:t>motivasjon</a:t>
                      </a:r>
                      <a:r>
                        <a:rPr lang="en-US" sz="1100" b="0" i="0" u="none" strike="noStrike">
                          <a:solidFill>
                            <a:srgbClr val="000000"/>
                          </a:solidFill>
                          <a:effectLst/>
                          <a:latin typeface="Aptos Narrow" panose="020B0004020202020204" pitchFamily="34" charset="0"/>
                        </a:rPr>
                        <a:t> </a:t>
                      </a:r>
                      <a:r>
                        <a:rPr lang="en-US" sz="1100" b="0" i="0" u="none" strike="noStrike" err="1">
                          <a:solidFill>
                            <a:srgbClr val="000000"/>
                          </a:solidFill>
                          <a:effectLst/>
                          <a:latin typeface="Aptos Narrow" panose="020B0004020202020204" pitchFamily="34" charset="0"/>
                        </a:rPr>
                        <a:t>og</a:t>
                      </a:r>
                      <a:r>
                        <a:rPr lang="en-US" sz="1100" b="0" i="0" u="none" strike="noStrike">
                          <a:solidFill>
                            <a:srgbClr val="000000"/>
                          </a:solidFill>
                          <a:effectLst/>
                          <a:latin typeface="Aptos Narrow" panose="020B0004020202020204" pitchFamily="34" charset="0"/>
                        </a:rPr>
                        <a:t> </a:t>
                      </a:r>
                      <a:r>
                        <a:rPr lang="en-US" sz="1100" b="0" i="0" u="none" strike="noStrike" err="1">
                          <a:solidFill>
                            <a:srgbClr val="000000"/>
                          </a:solidFill>
                          <a:effectLst/>
                          <a:latin typeface="Aptos Narrow" panose="020B0004020202020204" pitchFamily="34" charset="0"/>
                        </a:rPr>
                        <a:t>entusiasmen</a:t>
                      </a:r>
                      <a:r>
                        <a:rPr lang="en-US" sz="1100" b="0" i="0" u="none" strike="noStrike">
                          <a:solidFill>
                            <a:srgbClr val="000000"/>
                          </a:solidFill>
                          <a:effectLst/>
                          <a:latin typeface="Aptos Narrow" panose="020B0004020202020204" pitchFamily="34" charset="0"/>
                        </a:rPr>
                        <a:t> om </a:t>
                      </a:r>
                      <a:r>
                        <a:rPr lang="en-US" sz="1100" b="0" i="0" u="none" strike="noStrike" err="1">
                          <a:solidFill>
                            <a:srgbClr val="000000"/>
                          </a:solidFill>
                          <a:effectLst/>
                          <a:latin typeface="Aptos Narrow" panose="020B0004020202020204" pitchFamily="34" charset="0"/>
                        </a:rPr>
                        <a:t>jeg</a:t>
                      </a:r>
                      <a:r>
                        <a:rPr lang="en-US" sz="1100" b="0" i="0" u="none" strike="noStrike">
                          <a:solidFill>
                            <a:srgbClr val="000000"/>
                          </a:solidFill>
                          <a:effectLst/>
                          <a:latin typeface="Aptos Narrow" panose="020B0004020202020204" pitchFamily="34" charset="0"/>
                        </a:rPr>
                        <a:t> </a:t>
                      </a:r>
                      <a:r>
                        <a:rPr lang="en-US" sz="1100" b="0" i="0" u="none" strike="noStrike" err="1">
                          <a:solidFill>
                            <a:srgbClr val="000000"/>
                          </a:solidFill>
                          <a:effectLst/>
                          <a:latin typeface="Aptos Narrow" panose="020B0004020202020204" pitchFamily="34" charset="0"/>
                        </a:rPr>
                        <a:t>føler</a:t>
                      </a:r>
                      <a:r>
                        <a:rPr lang="en-US" sz="1100" b="0" i="0" u="none" strike="noStrike">
                          <a:solidFill>
                            <a:srgbClr val="000000"/>
                          </a:solidFill>
                          <a:effectLst/>
                          <a:latin typeface="Aptos Narrow" panose="020B0004020202020204" pitchFamily="34" charset="0"/>
                        </a:rPr>
                        <a:t> ting </a:t>
                      </a:r>
                      <a:r>
                        <a:rPr lang="en-US" sz="1100" b="0" i="0" u="none" strike="noStrike" err="1">
                          <a:solidFill>
                            <a:srgbClr val="000000"/>
                          </a:solidFill>
                          <a:effectLst/>
                          <a:latin typeface="Aptos Narrow" panose="020B0004020202020204" pitchFamily="34" charset="0"/>
                        </a:rPr>
                        <a:t>ikke</a:t>
                      </a:r>
                      <a:r>
                        <a:rPr lang="en-US" sz="1100" b="0" i="0" u="none" strike="noStrike">
                          <a:solidFill>
                            <a:srgbClr val="000000"/>
                          </a:solidFill>
                          <a:effectLst/>
                          <a:latin typeface="Aptos Narrow" panose="020B0004020202020204" pitchFamily="34" charset="0"/>
                        </a:rPr>
                        <a:t> </a:t>
                      </a:r>
                      <a:r>
                        <a:rPr lang="en-US" sz="1100" b="0" i="0" u="none" strike="noStrike" err="1">
                          <a:solidFill>
                            <a:srgbClr val="000000"/>
                          </a:solidFill>
                          <a:effectLst/>
                          <a:latin typeface="Aptos Narrow" panose="020B0004020202020204" pitchFamily="34" charset="0"/>
                        </a:rPr>
                        <a:t>blir</a:t>
                      </a:r>
                      <a:r>
                        <a:rPr lang="en-US" sz="1100" b="0" i="0" u="none" strike="noStrike">
                          <a:solidFill>
                            <a:srgbClr val="000000"/>
                          </a:solidFill>
                          <a:effectLst/>
                          <a:latin typeface="Aptos Narrow" panose="020B0004020202020204" pitchFamily="34" charset="0"/>
                        </a:rPr>
                        <a:t> bra </a:t>
                      </a:r>
                      <a:r>
                        <a:rPr lang="en-US" sz="1100" b="0" i="0" u="none" strike="noStrike" err="1">
                          <a:solidFill>
                            <a:srgbClr val="000000"/>
                          </a:solidFill>
                          <a:effectLst/>
                          <a:latin typeface="Aptos Narrow" panose="020B0004020202020204" pitchFamily="34" charset="0"/>
                        </a:rPr>
                        <a:t>nok</a:t>
                      </a:r>
                      <a:r>
                        <a:rPr lang="en-US" sz="1100" b="0" i="0" u="none" strike="noStrike">
                          <a:solidFill>
                            <a:srgbClr val="000000"/>
                          </a:solidFill>
                          <a:effectLst/>
                          <a:latin typeface="Aptos Narrow" panose="020B0004020202020204" pitchFamily="34" charset="0"/>
                        </a:rPr>
                        <a:t>, </a:t>
                      </a:r>
                      <a:r>
                        <a:rPr lang="en-US" sz="1100" b="0" i="0" u="none" strike="noStrike" err="1">
                          <a:solidFill>
                            <a:srgbClr val="000000"/>
                          </a:solidFill>
                          <a:effectLst/>
                          <a:latin typeface="Aptos Narrow" panose="020B0004020202020204" pitchFamily="34" charset="0"/>
                        </a:rPr>
                        <a:t>eller</a:t>
                      </a:r>
                      <a:r>
                        <a:rPr lang="en-US" sz="1100" b="0" i="0" u="none" strike="noStrike">
                          <a:solidFill>
                            <a:srgbClr val="000000"/>
                          </a:solidFill>
                          <a:effectLst/>
                          <a:latin typeface="Aptos Narrow" panose="020B0004020202020204" pitchFamily="34" charset="0"/>
                        </a:rPr>
                        <a:t> </a:t>
                      </a:r>
                      <a:r>
                        <a:rPr lang="en-US" sz="1100" b="0" i="0" u="none" strike="noStrike" err="1">
                          <a:solidFill>
                            <a:srgbClr val="000000"/>
                          </a:solidFill>
                          <a:effectLst/>
                          <a:latin typeface="Aptos Narrow" panose="020B0004020202020204" pitchFamily="34" charset="0"/>
                        </a:rPr>
                        <a:t>som</a:t>
                      </a:r>
                      <a:r>
                        <a:rPr lang="en-US" sz="1100" b="0" i="0" u="none" strike="noStrike">
                          <a:solidFill>
                            <a:srgbClr val="000000"/>
                          </a:solidFill>
                          <a:effectLst/>
                          <a:latin typeface="Aptos Narrow" panose="020B0004020202020204" pitchFamily="34" charset="0"/>
                        </a:rPr>
                        <a:t> </a:t>
                      </a:r>
                      <a:r>
                        <a:rPr lang="en-US" sz="1100" b="0" i="0" u="none" strike="noStrike" err="1">
                          <a:solidFill>
                            <a:srgbClr val="000000"/>
                          </a:solidFill>
                          <a:effectLst/>
                          <a:latin typeface="Aptos Narrow" panose="020B0004020202020204" pitchFamily="34" charset="0"/>
                        </a:rPr>
                        <a:t>jeg</a:t>
                      </a:r>
                      <a:r>
                        <a:rPr lang="en-US" sz="1100" b="0" i="0" u="none" strike="noStrike">
                          <a:solidFill>
                            <a:srgbClr val="000000"/>
                          </a:solidFill>
                          <a:effectLst/>
                          <a:latin typeface="Aptos Narrow" panose="020B0004020202020204" pitchFamily="34" charset="0"/>
                        </a:rPr>
                        <a:t> </a:t>
                      </a:r>
                      <a:r>
                        <a:rPr lang="en-US" sz="1100" b="0" i="0" u="none" strike="noStrike" err="1">
                          <a:solidFill>
                            <a:srgbClr val="000000"/>
                          </a:solidFill>
                          <a:effectLst/>
                          <a:latin typeface="Aptos Narrow" panose="020B0004020202020204" pitchFamily="34" charset="0"/>
                        </a:rPr>
                        <a:t>forventer</a:t>
                      </a:r>
                      <a:r>
                        <a:rPr lang="en-US" sz="1100" b="0" i="0" u="none" strike="noStrike">
                          <a:solidFill>
                            <a:srgbClr val="000000"/>
                          </a:solidFill>
                          <a:effectLst/>
                          <a:latin typeface="Aptos Narrow" panose="020B0004020202020204" pitchFamily="34" charset="0"/>
                        </a:rPr>
                        <a:t>. Kan ha for </a:t>
                      </a:r>
                      <a:r>
                        <a:rPr lang="en-US" sz="1100" b="0" i="0" u="none" strike="noStrike" err="1">
                          <a:solidFill>
                            <a:srgbClr val="000000"/>
                          </a:solidFill>
                          <a:effectLst/>
                          <a:latin typeface="Aptos Narrow" panose="020B0004020202020204" pitchFamily="34" charset="0"/>
                        </a:rPr>
                        <a:t>høye</a:t>
                      </a:r>
                      <a:r>
                        <a:rPr lang="en-US" sz="1100" b="0" i="0" u="none" strike="noStrike">
                          <a:solidFill>
                            <a:srgbClr val="000000"/>
                          </a:solidFill>
                          <a:effectLst/>
                          <a:latin typeface="Aptos Narrow" panose="020B0004020202020204" pitchFamily="34" charset="0"/>
                        </a:rPr>
                        <a:t> </a:t>
                      </a:r>
                      <a:r>
                        <a:rPr lang="en-US" sz="1100" b="0" i="0" u="none" strike="noStrike" err="1">
                          <a:solidFill>
                            <a:srgbClr val="000000"/>
                          </a:solidFill>
                          <a:effectLst/>
                          <a:latin typeface="Aptos Narrow" panose="020B0004020202020204" pitchFamily="34" charset="0"/>
                        </a:rPr>
                        <a:t>forventninger</a:t>
                      </a:r>
                      <a:r>
                        <a:rPr lang="en-US" sz="1100" b="0" i="0" u="none" strike="noStrike">
                          <a:solidFill>
                            <a:srgbClr val="000000"/>
                          </a:solidFill>
                          <a:effectLst/>
                          <a:latin typeface="Aptos Narrow" panose="020B0004020202020204" pitchFamily="34" charset="0"/>
                        </a:rPr>
                        <a:t> </a:t>
                      </a:r>
                      <a:r>
                        <a:rPr lang="en-US" sz="1100" b="0" i="0" u="none" strike="noStrike" err="1">
                          <a:solidFill>
                            <a:srgbClr val="000000"/>
                          </a:solidFill>
                          <a:effectLst/>
                          <a:latin typeface="Aptos Narrow" panose="020B0004020202020204" pitchFamily="34" charset="0"/>
                        </a:rPr>
                        <a:t>til</a:t>
                      </a:r>
                      <a:r>
                        <a:rPr lang="en-US" sz="1100" b="0" i="0" u="none" strike="noStrike">
                          <a:solidFill>
                            <a:srgbClr val="000000"/>
                          </a:solidFill>
                          <a:effectLst/>
                          <a:latin typeface="Aptos Narrow" panose="020B0004020202020204" pitchFamily="34" charset="0"/>
                        </a:rPr>
                        <a:t> </a:t>
                      </a:r>
                      <a:r>
                        <a:rPr lang="en-US" sz="1100" b="0" i="0" u="none" strike="noStrike" err="1">
                          <a:solidFill>
                            <a:srgbClr val="000000"/>
                          </a:solidFill>
                          <a:effectLst/>
                          <a:latin typeface="Aptos Narrow" panose="020B0004020202020204" pitchFamily="34" charset="0"/>
                        </a:rPr>
                        <a:t>både</a:t>
                      </a:r>
                      <a:r>
                        <a:rPr lang="en-US" sz="1100" b="0" i="0" u="none" strike="noStrike">
                          <a:solidFill>
                            <a:srgbClr val="000000"/>
                          </a:solidFill>
                          <a:effectLst/>
                          <a:latin typeface="Aptos Narrow" panose="020B0004020202020204" pitchFamily="34" charset="0"/>
                        </a:rPr>
                        <a:t> meg </a:t>
                      </a:r>
                      <a:r>
                        <a:rPr lang="en-US" sz="1100" b="0" i="0" u="none" strike="noStrike" err="1">
                          <a:solidFill>
                            <a:srgbClr val="000000"/>
                          </a:solidFill>
                          <a:effectLst/>
                          <a:latin typeface="Aptos Narrow" panose="020B0004020202020204" pitchFamily="34" charset="0"/>
                        </a:rPr>
                        <a:t>selv</a:t>
                      </a:r>
                      <a:r>
                        <a:rPr lang="en-US" sz="1100" b="0" i="0" u="none" strike="noStrike">
                          <a:solidFill>
                            <a:srgbClr val="000000"/>
                          </a:solidFill>
                          <a:effectLst/>
                          <a:latin typeface="Aptos Narrow" panose="020B0004020202020204" pitchFamily="34" charset="0"/>
                        </a:rPr>
                        <a:t> </a:t>
                      </a:r>
                      <a:r>
                        <a:rPr lang="en-US" sz="1100" b="0" i="0" u="none" strike="noStrike" err="1">
                          <a:solidFill>
                            <a:srgbClr val="000000"/>
                          </a:solidFill>
                          <a:effectLst/>
                          <a:latin typeface="Aptos Narrow" panose="020B0004020202020204" pitchFamily="34" charset="0"/>
                        </a:rPr>
                        <a:t>og</a:t>
                      </a:r>
                      <a:r>
                        <a:rPr lang="en-US" sz="1100" b="0" i="0" u="none" strike="noStrike">
                          <a:solidFill>
                            <a:srgbClr val="000000"/>
                          </a:solidFill>
                          <a:effectLst/>
                          <a:latin typeface="Aptos Narrow" panose="020B0004020202020204" pitchFamily="34" charset="0"/>
                        </a:rPr>
                        <a:t> </a:t>
                      </a:r>
                      <a:r>
                        <a:rPr lang="en-US" sz="1100" b="0" i="0" u="none" strike="noStrike" err="1">
                          <a:solidFill>
                            <a:srgbClr val="000000"/>
                          </a:solidFill>
                          <a:effectLst/>
                          <a:latin typeface="Aptos Narrow" panose="020B0004020202020204" pitchFamily="34" charset="0"/>
                        </a:rPr>
                        <a:t>andre</a:t>
                      </a:r>
                      <a:r>
                        <a:rPr lang="en-US" sz="1100" b="0" i="0" u="none" strike="noStrike">
                          <a:solidFill>
                            <a:srgbClr val="000000"/>
                          </a:solidFill>
                          <a:effectLst/>
                          <a:latin typeface="Aptos Narrow" panose="020B0004020202020204" pitchFamily="34" charset="0"/>
                        </a:rPr>
                        <a:t>.</a:t>
                      </a:r>
                      <a:br>
                        <a:rPr lang="en-US" sz="1100" b="0" i="0" u="none" strike="noStrike">
                          <a:solidFill>
                            <a:srgbClr val="000000"/>
                          </a:solidFill>
                          <a:effectLst/>
                          <a:latin typeface="Aptos Narrow" panose="020B0004020202020204" pitchFamily="34" charset="0"/>
                        </a:rPr>
                      </a:br>
                      <a:r>
                        <a:rPr lang="en-US" sz="1100" b="0" i="0" u="none" strike="noStrike">
                          <a:solidFill>
                            <a:srgbClr val="000000"/>
                          </a:solidFill>
                          <a:effectLst/>
                          <a:latin typeface="Aptos Narrow" panose="020B0004020202020204" pitchFamily="34" charset="0"/>
                        </a:rPr>
                        <a:t>Kan </a:t>
                      </a:r>
                      <a:r>
                        <a:rPr lang="en-US" sz="1100" b="0" i="0" u="none" strike="noStrike" err="1">
                          <a:solidFill>
                            <a:srgbClr val="000000"/>
                          </a:solidFill>
                          <a:effectLst/>
                          <a:latin typeface="Aptos Narrow" panose="020B0004020202020204" pitchFamily="34" charset="0"/>
                        </a:rPr>
                        <a:t>bli</a:t>
                      </a:r>
                      <a:r>
                        <a:rPr lang="en-US" sz="1100" b="0" i="0" u="none" strike="noStrike">
                          <a:solidFill>
                            <a:srgbClr val="000000"/>
                          </a:solidFill>
                          <a:effectLst/>
                          <a:latin typeface="Aptos Narrow" panose="020B0004020202020204" pitchFamily="34" charset="0"/>
                        </a:rPr>
                        <a:t> </a:t>
                      </a:r>
                      <a:r>
                        <a:rPr lang="en-US" sz="1100" b="0" i="0" u="none" strike="noStrike" err="1">
                          <a:solidFill>
                            <a:srgbClr val="000000"/>
                          </a:solidFill>
                          <a:effectLst/>
                          <a:latin typeface="Aptos Narrow" panose="020B0004020202020204" pitchFamily="34" charset="0"/>
                        </a:rPr>
                        <a:t>stresset</a:t>
                      </a:r>
                      <a:r>
                        <a:rPr lang="en-US" sz="1100" b="0" i="0" u="none" strike="noStrike">
                          <a:solidFill>
                            <a:srgbClr val="000000"/>
                          </a:solidFill>
                          <a:effectLst/>
                          <a:latin typeface="Aptos Narrow" panose="020B0004020202020204" pitchFamily="34" charset="0"/>
                        </a:rPr>
                        <a:t> om ting </a:t>
                      </a:r>
                      <a:r>
                        <a:rPr lang="en-US" sz="1100" b="0" i="0" u="none" strike="noStrike" err="1">
                          <a:solidFill>
                            <a:srgbClr val="000000"/>
                          </a:solidFill>
                          <a:effectLst/>
                          <a:latin typeface="Aptos Narrow" panose="020B0004020202020204" pitchFamily="34" charset="0"/>
                        </a:rPr>
                        <a:t>ikke</a:t>
                      </a:r>
                      <a:r>
                        <a:rPr lang="en-US" sz="1100" b="0" i="0" u="none" strike="noStrike">
                          <a:solidFill>
                            <a:srgbClr val="000000"/>
                          </a:solidFill>
                          <a:effectLst/>
                          <a:latin typeface="Aptos Narrow" panose="020B0004020202020204" pitchFamily="34" charset="0"/>
                        </a:rPr>
                        <a:t> er </a:t>
                      </a:r>
                      <a:r>
                        <a:rPr lang="en-US" sz="1100" b="0" i="0" u="none" strike="noStrike" err="1">
                          <a:solidFill>
                            <a:srgbClr val="000000"/>
                          </a:solidFill>
                          <a:effectLst/>
                          <a:latin typeface="Aptos Narrow" panose="020B0004020202020204" pitchFamily="34" charset="0"/>
                        </a:rPr>
                        <a:t>oversiktlig</a:t>
                      </a:r>
                      <a:r>
                        <a:rPr lang="en-US" sz="1100" b="0" i="0" u="none" strike="noStrike">
                          <a:solidFill>
                            <a:srgbClr val="000000"/>
                          </a:solidFill>
                          <a:effectLst/>
                          <a:latin typeface="Aptos Narrow" panose="020B0004020202020204" pitchFamily="34" charset="0"/>
                        </a:rPr>
                        <a:t>, </a:t>
                      </a:r>
                      <a:r>
                        <a:rPr lang="en-US" sz="1100" b="0" i="0" u="none" strike="noStrike" err="1">
                          <a:solidFill>
                            <a:srgbClr val="000000"/>
                          </a:solidFill>
                          <a:effectLst/>
                          <a:latin typeface="Aptos Narrow" panose="020B0004020202020204" pitchFamily="34" charset="0"/>
                        </a:rPr>
                        <a:t>trenger</a:t>
                      </a:r>
                      <a:r>
                        <a:rPr lang="en-US" sz="1100" b="0" i="0" u="none" strike="noStrike">
                          <a:solidFill>
                            <a:srgbClr val="000000"/>
                          </a:solidFill>
                          <a:effectLst/>
                          <a:latin typeface="Aptos Narrow" panose="020B0004020202020204" pitchFamily="34" charset="0"/>
                        </a:rPr>
                        <a:t> </a:t>
                      </a:r>
                      <a:r>
                        <a:rPr lang="en-US" sz="1100" b="0" i="0" u="none" strike="noStrike" err="1">
                          <a:solidFill>
                            <a:srgbClr val="000000"/>
                          </a:solidFill>
                          <a:effectLst/>
                          <a:latin typeface="Aptos Narrow" panose="020B0004020202020204" pitchFamily="34" charset="0"/>
                        </a:rPr>
                        <a:t>orden</a:t>
                      </a:r>
                      <a:r>
                        <a:rPr lang="en-US" sz="1100" b="0" i="0" u="none" strike="noStrike">
                          <a:solidFill>
                            <a:srgbClr val="000000"/>
                          </a:solidFill>
                          <a:effectLst/>
                          <a:latin typeface="Aptos Narrow" panose="020B0004020202020204" pitchFamily="34" charset="0"/>
                        </a:rPr>
                        <a:t> </a:t>
                      </a:r>
                      <a:r>
                        <a:rPr lang="en-US" sz="1100" b="0" i="0" u="none" strike="noStrike" err="1">
                          <a:solidFill>
                            <a:srgbClr val="000000"/>
                          </a:solidFill>
                          <a:effectLst/>
                          <a:latin typeface="Aptos Narrow" panose="020B0004020202020204" pitchFamily="34" charset="0"/>
                        </a:rPr>
                        <a:t>og</a:t>
                      </a:r>
                      <a:r>
                        <a:rPr lang="en-US" sz="1100" b="0" i="0" u="none" strike="noStrike">
                          <a:solidFill>
                            <a:srgbClr val="000000"/>
                          </a:solidFill>
                          <a:effectLst/>
                          <a:latin typeface="Aptos Narrow" panose="020B0004020202020204" pitchFamily="34" charset="0"/>
                        </a:rPr>
                        <a:t> </a:t>
                      </a:r>
                      <a:r>
                        <a:rPr lang="en-US" sz="1100" b="0" i="0" u="none" strike="noStrike" err="1">
                          <a:solidFill>
                            <a:srgbClr val="000000"/>
                          </a:solidFill>
                          <a:effectLst/>
                          <a:latin typeface="Aptos Narrow" panose="020B0004020202020204" pitchFamily="34" charset="0"/>
                        </a:rPr>
                        <a:t>oversikt</a:t>
                      </a:r>
                      <a:r>
                        <a:rPr lang="en-US" sz="1100" b="0" i="0" u="none" strike="noStrike">
                          <a:solidFill>
                            <a:srgbClr val="000000"/>
                          </a:solidFill>
                          <a:effectLst/>
                          <a:latin typeface="Aptos Narrow" panose="020B0004020202020204" pitchFamily="34" charset="0"/>
                        </a:rPr>
                        <a:t>. </a:t>
                      </a:r>
                    </a:p>
                  </a:txBody>
                  <a:tcPr marL="9525" marR="9525" marT="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4043899365"/>
                  </a:ext>
                </a:extLst>
              </a:tr>
            </a:tbl>
          </a:graphicData>
        </a:graphic>
      </p:graphicFrame>
    </p:spTree>
    <p:extLst>
      <p:ext uri="{BB962C8B-B14F-4D97-AF65-F5344CB8AC3E}">
        <p14:creationId xmlns:p14="http://schemas.microsoft.com/office/powerpoint/2010/main" val="3497268837"/>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theme/theme1.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6DFB20C7B43144498A926D3771D99AB0" ma:contentTypeVersion="14" ma:contentTypeDescription="Opprett et nytt dokument." ma:contentTypeScope="" ma:versionID="e294265e3af050de86780aa1c9e1bba7">
  <xsd:schema xmlns:xsd="http://www.w3.org/2001/XMLSchema" xmlns:xs="http://www.w3.org/2001/XMLSchema" xmlns:p="http://schemas.microsoft.com/office/2006/metadata/properties" xmlns:ns2="ab85ff26-82a3-42e7-89d4-d6f936685b5d" xmlns:ns3="ba900369-172d-4ceb-8f29-beea8be95675" targetNamespace="http://schemas.microsoft.com/office/2006/metadata/properties" ma:root="true" ma:fieldsID="9f23a92b06f592ddc51990c7a813fb26" ns2:_="" ns3:_="">
    <xsd:import namespace="ab85ff26-82a3-42e7-89d4-d6f936685b5d"/>
    <xsd:import namespace="ba900369-172d-4ceb-8f29-beea8be9567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b85ff26-82a3-42e7-89d4-d6f936685b5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Bildemerkelapper" ma:readOnly="false" ma:fieldId="{5cf76f15-5ced-4ddc-b409-7134ff3c332f}" ma:taxonomyMulti="true" ma:sspId="7d912fff-f0be-4533-ba2b-d4ff65658f58"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DateTaken" ma:index="21"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a900369-172d-4ceb-8f29-beea8be95675" elementFormDefault="qualified">
    <xsd:import namespace="http://schemas.microsoft.com/office/2006/documentManagement/types"/>
    <xsd:import namespace="http://schemas.microsoft.com/office/infopath/2007/PartnerControls"/>
    <xsd:element name="SharedWithUsers" ma:index="12" nillable="true" ma:displayName="Delt med"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Delingsdetaljer" ma:internalName="SharedWithDetails" ma:readOnly="true">
      <xsd:simpleType>
        <xsd:restriction base="dms:Note">
          <xsd:maxLength value="255"/>
        </xsd:restriction>
      </xsd:simpleType>
    </xsd:element>
    <xsd:element name="TaxCatchAll" ma:index="16" nillable="true" ma:displayName="Taxonomy Catch All Column" ma:hidden="true" ma:list="{b343f7d8-981b-445c-9943-ddf975b76f98}" ma:internalName="TaxCatchAll" ma:showField="CatchAllData" ma:web="ba900369-172d-4ceb-8f29-beea8be9567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nholdstype"/>
        <xsd:element ref="dc:title" minOccurs="0" maxOccurs="1" ma:index="4" ma:displayName="Tit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ba900369-172d-4ceb-8f29-beea8be95675" xsi:nil="true"/>
    <lcf76f155ced4ddcb4097134ff3c332f xmlns="ab85ff26-82a3-42e7-89d4-d6f936685b5d">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2E68BDF-E411-4F7A-9953-D6B6F818CB95}"/>
</file>

<file path=customXml/itemProps2.xml><?xml version="1.0" encoding="utf-8"?>
<ds:datastoreItem xmlns:ds="http://schemas.openxmlformats.org/officeDocument/2006/customXml" ds:itemID="{7509CD76-4795-4FCC-94DD-3801EBAEB5FF}">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AFC9D43D-9BF0-45B7-AC79-60C8A2A3645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2391</Words>
  <Application>Microsoft Office PowerPoint</Application>
  <PresentationFormat>Widescreen</PresentationFormat>
  <Paragraphs>671</Paragraphs>
  <Slides>8</Slides>
  <Notes>7</Notes>
  <HiddenSlides>0</HiddenSlides>
  <MMClips>0</MMClips>
  <ScaleCrop>false</ScaleCrop>
  <HeadingPairs>
    <vt:vector size="6" baseType="variant">
      <vt:variant>
        <vt:lpstr>Brukte skrifter</vt:lpstr>
      </vt:variant>
      <vt:variant>
        <vt:i4>5</vt:i4>
      </vt:variant>
      <vt:variant>
        <vt:lpstr>Tema</vt:lpstr>
      </vt:variant>
      <vt:variant>
        <vt:i4>1</vt:i4>
      </vt:variant>
      <vt:variant>
        <vt:lpstr>Lysbildetitler</vt:lpstr>
      </vt:variant>
      <vt:variant>
        <vt:i4>8</vt:i4>
      </vt:variant>
    </vt:vector>
  </HeadingPairs>
  <TitlesOfParts>
    <vt:vector size="14" baseType="lpstr">
      <vt:lpstr>Aptos</vt:lpstr>
      <vt:lpstr>Aptos Display</vt:lpstr>
      <vt:lpstr>Aptos Narrow</vt:lpstr>
      <vt:lpstr>Arial</vt:lpstr>
      <vt:lpstr>Calibri</vt:lpstr>
      <vt:lpstr>Office-tema</vt:lpstr>
      <vt:lpstr>Gruppe 7</vt:lpstr>
      <vt:lpstr>PowerPoint-presentasjon</vt:lpstr>
      <vt:lpstr>PowerPoint-presentasjon</vt:lpstr>
      <vt:lpstr>PowerPoint-presentasjon</vt:lpstr>
      <vt:lpstr>PowerPoint-presentasjon</vt:lpstr>
      <vt:lpstr>PowerPoint-presentasjon</vt:lpstr>
      <vt:lpstr>PowerPoint-presentasjon</vt:lpstr>
      <vt:lpstr>PowerPoint-presentasjon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Kristian Martin Tvenning</cp:lastModifiedBy>
  <cp:revision>1</cp:revision>
  <dcterms:created xsi:type="dcterms:W3CDTF">2024-02-01T12:40:42Z</dcterms:created>
  <dcterms:modified xsi:type="dcterms:W3CDTF">2024-02-06T12:52:27Z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0x0101006DFB20C7B43144498A926D3771D99AB0</vt:lpwstr>
  </property>
</Properties>
</file>